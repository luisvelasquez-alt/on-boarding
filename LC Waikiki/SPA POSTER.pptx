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</p:sldIdLst>
  <p:sldSz cx="7556500" cy="106934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1pPr>
    <a:lvl2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2pPr>
    <a:lvl3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3pPr>
    <a:lvl4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4pPr>
    <a:lvl5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5pPr>
    <a:lvl6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6pPr>
    <a:lvl7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7pPr>
    <a:lvl8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8pPr>
    <a:lvl9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FD7E7"/>
          </a:solidFill>
        </a:fill>
      </a:tcStyle>
    </a:wholeTbl>
    <a:band2H>
      <a:tcTxStyle b="def" i="def"/>
      <a:tcStyle>
        <a:tcBdr/>
        <a:fill>
          <a:solidFill>
            <a:srgbClr val="E8ECF4"/>
          </a:solidFill>
        </a:fill>
      </a:tcStyle>
    </a:band2H>
    <a:firstCol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EE7D0"/>
          </a:solidFill>
        </a:fill>
      </a:tcStyle>
    </a:wholeTbl>
    <a:band2H>
      <a:tcTxStyle b="def" i="def"/>
      <a:tcStyle>
        <a:tcBdr/>
        <a:fill>
          <a:solidFill>
            <a:srgbClr val="EFF3E9"/>
          </a:solidFill>
        </a:fill>
      </a:tcStyle>
    </a:band2H>
    <a:firstCol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CDCCE"/>
          </a:solidFill>
        </a:fill>
      </a:tcStyle>
    </a:wholeTbl>
    <a:band2H>
      <a:tcTxStyle b="def" i="def"/>
      <a:tcStyle>
        <a:tcBdr/>
        <a:fill>
          <a:solidFill>
            <a:srgbClr val="FDEEE8"/>
          </a:solidFill>
        </a:fill>
      </a:tcStyle>
    </a:band2H>
    <a:firstCol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Shape 390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391" name="Shape 391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n-lt"/>
        <a:ea typeface="+mn-ea"/>
        <a:cs typeface="+mn-cs"/>
        <a:sym typeface="Helvetica Neue"/>
      </a:defRPr>
    </a:lvl1pPr>
    <a:lvl2pPr indent="228600" latinLnBrk="0">
      <a:defRPr sz="1200">
        <a:latin typeface="+mn-lt"/>
        <a:ea typeface="+mn-ea"/>
        <a:cs typeface="+mn-cs"/>
        <a:sym typeface="Helvetica Neue"/>
      </a:defRPr>
    </a:lvl2pPr>
    <a:lvl3pPr indent="457200" latinLnBrk="0">
      <a:defRPr sz="1200">
        <a:latin typeface="+mn-lt"/>
        <a:ea typeface="+mn-ea"/>
        <a:cs typeface="+mn-cs"/>
        <a:sym typeface="Helvetica Neue"/>
      </a:defRPr>
    </a:lvl3pPr>
    <a:lvl4pPr indent="685800" latinLnBrk="0">
      <a:defRPr sz="1200">
        <a:latin typeface="+mn-lt"/>
        <a:ea typeface="+mn-ea"/>
        <a:cs typeface="+mn-cs"/>
        <a:sym typeface="Helvetica Neue"/>
      </a:defRPr>
    </a:lvl4pPr>
    <a:lvl5pPr indent="914400" latinLnBrk="0">
      <a:defRPr sz="1200">
        <a:latin typeface="+mn-lt"/>
        <a:ea typeface="+mn-ea"/>
        <a:cs typeface="+mn-cs"/>
        <a:sym typeface="Helvetica Neue"/>
      </a:defRPr>
    </a:lvl5pPr>
    <a:lvl6pPr indent="1143000" latinLnBrk="0">
      <a:defRPr sz="1200">
        <a:latin typeface="+mn-lt"/>
        <a:ea typeface="+mn-ea"/>
        <a:cs typeface="+mn-cs"/>
        <a:sym typeface="Helvetica Neue"/>
      </a:defRPr>
    </a:lvl6pPr>
    <a:lvl7pPr indent="1371600" latinLnBrk="0">
      <a:defRPr sz="1200">
        <a:latin typeface="+mn-lt"/>
        <a:ea typeface="+mn-ea"/>
        <a:cs typeface="+mn-cs"/>
        <a:sym typeface="Helvetica Neue"/>
      </a:defRPr>
    </a:lvl7pPr>
    <a:lvl8pPr indent="1600200" latinLnBrk="0">
      <a:defRPr sz="1200">
        <a:latin typeface="+mn-lt"/>
        <a:ea typeface="+mn-ea"/>
        <a:cs typeface="+mn-cs"/>
        <a:sym typeface="Helvetica Neue"/>
      </a:defRPr>
    </a:lvl8pPr>
    <a:lvl9pPr indent="1828800" latinLnBrk="0">
      <a:defRPr sz="1200">
        <a:latin typeface="+mn-lt"/>
        <a:ea typeface="+mn-ea"/>
        <a:cs typeface="+mn-cs"/>
        <a:sym typeface="Helvetica Neue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Texto del título"/>
          <p:cNvSpPr txBox="1"/>
          <p:nvPr>
            <p:ph type="title"/>
          </p:nvPr>
        </p:nvSpPr>
        <p:spPr>
          <a:xfrm>
            <a:off x="567213" y="3316921"/>
            <a:ext cx="6428422" cy="2246948"/>
          </a:xfrm>
          <a:prstGeom prst="rect">
            <a:avLst/>
          </a:prstGeom>
        </p:spPr>
        <p:txBody>
          <a:bodyPr/>
          <a:lstStyle/>
          <a:p>
            <a:pPr/>
            <a:r>
              <a:t>Texto del título</a:t>
            </a:r>
          </a:p>
        </p:txBody>
      </p:sp>
      <p:sp>
        <p:nvSpPr>
          <p:cNvPr id="181" name="Nivel de texto 1…"/>
          <p:cNvSpPr txBox="1"/>
          <p:nvPr>
            <p:ph type="body" sz="quarter" idx="1"/>
          </p:nvPr>
        </p:nvSpPr>
        <p:spPr>
          <a:xfrm>
            <a:off x="1134426" y="5991859"/>
            <a:ext cx="5293997" cy="2674938"/>
          </a:xfrm>
          <a:prstGeom prst="rect">
            <a:avLst/>
          </a:prstGeom>
        </p:spPr>
        <p:txBody>
          <a:bodyPr/>
          <a:lstStyle/>
          <a:p>
            <a:pPr/>
            <a:r>
              <a:t>Nivel de texto 1</a:t>
            </a:r>
          </a:p>
          <a:p>
            <a:pPr lvl="1"/>
            <a:r>
              <a:t>Nivel de texto 2</a:t>
            </a:r>
          </a:p>
          <a:p>
            <a:pPr lvl="2"/>
            <a:r>
              <a:t>Nivel de texto 3</a:t>
            </a:r>
          </a:p>
          <a:p>
            <a:pPr lvl="3"/>
            <a:r>
              <a:t>Nivel de texto 4</a:t>
            </a:r>
          </a:p>
          <a:p>
            <a:pPr lvl="4"/>
            <a:r>
              <a:t>Nivel de texto 5</a:t>
            </a:r>
          </a:p>
        </p:txBody>
      </p:sp>
      <p:sp>
        <p:nvSpPr>
          <p:cNvPr id="182" name="Número de diapositiva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Texto del título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Texto del título</a:t>
            </a:r>
          </a:p>
        </p:txBody>
      </p:sp>
      <p:sp>
        <p:nvSpPr>
          <p:cNvPr id="190" name="Nivel de texto 1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Nivel de texto 1</a:t>
            </a:r>
          </a:p>
          <a:p>
            <a:pPr lvl="1"/>
            <a:r>
              <a:t>Nivel de texto 2</a:t>
            </a:r>
          </a:p>
          <a:p>
            <a:pPr lvl="2"/>
            <a:r>
              <a:t>Nivel de texto 3</a:t>
            </a:r>
          </a:p>
          <a:p>
            <a:pPr lvl="3"/>
            <a:r>
              <a:t>Nivel de texto 4</a:t>
            </a:r>
          </a:p>
          <a:p>
            <a:pPr lvl="4"/>
            <a:r>
              <a:t>Nivel de texto 5</a:t>
            </a:r>
          </a:p>
        </p:txBody>
      </p:sp>
      <p:sp>
        <p:nvSpPr>
          <p:cNvPr id="191" name="Número de diapositiva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Texto del título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Texto del título</a:t>
            </a:r>
          </a:p>
        </p:txBody>
      </p:sp>
      <p:sp>
        <p:nvSpPr>
          <p:cNvPr id="199" name="Nivel de texto 1…"/>
          <p:cNvSpPr txBox="1"/>
          <p:nvPr>
            <p:ph type="body" sz="half" idx="1"/>
          </p:nvPr>
        </p:nvSpPr>
        <p:spPr>
          <a:xfrm>
            <a:off x="378142" y="2460942"/>
            <a:ext cx="3289840" cy="7061835"/>
          </a:xfrm>
          <a:prstGeom prst="rect">
            <a:avLst/>
          </a:prstGeom>
        </p:spPr>
        <p:txBody>
          <a:bodyPr/>
          <a:lstStyle/>
          <a:p>
            <a:pPr/>
            <a:r>
              <a:t>Nivel de texto 1</a:t>
            </a:r>
          </a:p>
          <a:p>
            <a:pPr lvl="1"/>
            <a:r>
              <a:t>Nivel de texto 2</a:t>
            </a:r>
          </a:p>
          <a:p>
            <a:pPr lvl="2"/>
            <a:r>
              <a:t>Nivel de texto 3</a:t>
            </a:r>
          </a:p>
          <a:p>
            <a:pPr lvl="3"/>
            <a:r>
              <a:t>Nivel de texto 4</a:t>
            </a:r>
          </a:p>
          <a:p>
            <a:pPr lvl="4"/>
            <a:r>
              <a:t>Nivel de texto 5</a:t>
            </a:r>
          </a:p>
        </p:txBody>
      </p:sp>
      <p:sp>
        <p:nvSpPr>
          <p:cNvPr id="200" name="Número de diapositiva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Texto del título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Texto del título</a:t>
            </a:r>
          </a:p>
        </p:txBody>
      </p:sp>
      <p:sp>
        <p:nvSpPr>
          <p:cNvPr id="208" name="Número de diapositiva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bg object 16"/>
          <p:cNvSpPr/>
          <p:nvPr/>
        </p:nvSpPr>
        <p:spPr>
          <a:xfrm>
            <a:off x="0" y="7332637"/>
            <a:ext cx="7562850" cy="1966761"/>
          </a:xfrm>
          <a:prstGeom prst="rect">
            <a:avLst/>
          </a:prstGeom>
          <a:solidFill>
            <a:srgbClr val="FEAED8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16" name="bg object 17"/>
          <p:cNvSpPr/>
          <p:nvPr/>
        </p:nvSpPr>
        <p:spPr>
          <a:xfrm>
            <a:off x="4584534" y="7491521"/>
            <a:ext cx="2684476" cy="320505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600" y="21600"/>
                </a:moveTo>
                <a:lnTo>
                  <a:pt x="0" y="21600"/>
                </a:lnTo>
                <a:lnTo>
                  <a:pt x="0" y="1824"/>
                </a:lnTo>
                <a:lnTo>
                  <a:pt x="35" y="1497"/>
                </a:lnTo>
                <a:lnTo>
                  <a:pt x="137" y="1188"/>
                </a:lnTo>
                <a:lnTo>
                  <a:pt x="298" y="904"/>
                </a:lnTo>
                <a:lnTo>
                  <a:pt x="513" y="650"/>
                </a:lnTo>
                <a:lnTo>
                  <a:pt x="776" y="430"/>
                </a:lnTo>
                <a:lnTo>
                  <a:pt x="1080" y="250"/>
                </a:lnTo>
                <a:lnTo>
                  <a:pt x="1419" y="114"/>
                </a:lnTo>
                <a:lnTo>
                  <a:pt x="1787" y="29"/>
                </a:lnTo>
                <a:lnTo>
                  <a:pt x="2177" y="0"/>
                </a:lnTo>
                <a:lnTo>
                  <a:pt x="19423" y="0"/>
                </a:lnTo>
                <a:lnTo>
                  <a:pt x="19813" y="29"/>
                </a:lnTo>
                <a:lnTo>
                  <a:pt x="20181" y="114"/>
                </a:lnTo>
                <a:lnTo>
                  <a:pt x="20520" y="250"/>
                </a:lnTo>
                <a:lnTo>
                  <a:pt x="20824" y="430"/>
                </a:lnTo>
                <a:lnTo>
                  <a:pt x="21087" y="650"/>
                </a:lnTo>
                <a:lnTo>
                  <a:pt x="21302" y="904"/>
                </a:lnTo>
                <a:lnTo>
                  <a:pt x="21463" y="1188"/>
                </a:lnTo>
                <a:lnTo>
                  <a:pt x="21565" y="1497"/>
                </a:lnTo>
                <a:lnTo>
                  <a:pt x="21600" y="1824"/>
                </a:lnTo>
                <a:lnTo>
                  <a:pt x="21600" y="21600"/>
                </a:lnTo>
                <a:close/>
              </a:path>
            </a:pathLst>
          </a:custGeom>
          <a:solidFill>
            <a:srgbClr val="1D3C7B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pic>
        <p:nvPicPr>
          <p:cNvPr id="217" name="bg object 18" descr="bg object 18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950821" y="3257691"/>
            <a:ext cx="6612029" cy="4490042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220" name="bg object 19"/>
          <p:cNvGrpSpPr/>
          <p:nvPr/>
        </p:nvGrpSpPr>
        <p:grpSpPr>
          <a:xfrm>
            <a:off x="4629136" y="8099500"/>
            <a:ext cx="2595259" cy="2597087"/>
            <a:chOff x="0" y="0"/>
            <a:chExt cx="2595258" cy="2597086"/>
          </a:xfrm>
        </p:grpSpPr>
        <p:sp>
          <p:nvSpPr>
            <p:cNvPr id="218" name="Cuadrado"/>
            <p:cNvSpPr/>
            <p:nvPr/>
          </p:nvSpPr>
          <p:spPr>
            <a:xfrm>
              <a:off x="455803" y="0"/>
              <a:ext cx="1687335" cy="1687335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219" name="Figura"/>
            <p:cNvSpPr/>
            <p:nvPr/>
          </p:nvSpPr>
          <p:spPr>
            <a:xfrm>
              <a:off x="0" y="1955279"/>
              <a:ext cx="2595258" cy="64180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8805"/>
                  </a:moveTo>
                  <a:lnTo>
                    <a:pt x="21565" y="7225"/>
                  </a:lnTo>
                  <a:lnTo>
                    <a:pt x="21463" y="5737"/>
                  </a:lnTo>
                  <a:lnTo>
                    <a:pt x="21302" y="4366"/>
                  </a:lnTo>
                  <a:lnTo>
                    <a:pt x="21087" y="3136"/>
                  </a:lnTo>
                  <a:lnTo>
                    <a:pt x="20824" y="2074"/>
                  </a:lnTo>
                  <a:lnTo>
                    <a:pt x="20520" y="1204"/>
                  </a:lnTo>
                  <a:lnTo>
                    <a:pt x="20181" y="552"/>
                  </a:lnTo>
                  <a:lnTo>
                    <a:pt x="19813" y="142"/>
                  </a:lnTo>
                  <a:lnTo>
                    <a:pt x="19422" y="0"/>
                  </a:lnTo>
                  <a:lnTo>
                    <a:pt x="2178" y="0"/>
                  </a:lnTo>
                  <a:lnTo>
                    <a:pt x="1787" y="142"/>
                  </a:lnTo>
                  <a:lnTo>
                    <a:pt x="1419" y="552"/>
                  </a:lnTo>
                  <a:lnTo>
                    <a:pt x="1080" y="1204"/>
                  </a:lnTo>
                  <a:lnTo>
                    <a:pt x="776" y="2074"/>
                  </a:lnTo>
                  <a:lnTo>
                    <a:pt x="513" y="3136"/>
                  </a:lnTo>
                  <a:lnTo>
                    <a:pt x="298" y="4366"/>
                  </a:lnTo>
                  <a:lnTo>
                    <a:pt x="137" y="5737"/>
                  </a:lnTo>
                  <a:lnTo>
                    <a:pt x="35" y="7225"/>
                  </a:lnTo>
                  <a:lnTo>
                    <a:pt x="0" y="8805"/>
                  </a:lnTo>
                  <a:lnTo>
                    <a:pt x="0" y="21600"/>
                  </a:lnTo>
                  <a:lnTo>
                    <a:pt x="21600" y="21600"/>
                  </a:lnTo>
                  <a:lnTo>
                    <a:pt x="21600" y="8805"/>
                  </a:ln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</p:grpSp>
      <p:sp>
        <p:nvSpPr>
          <p:cNvPr id="221" name="bg object 20"/>
          <p:cNvSpPr/>
          <p:nvPr/>
        </p:nvSpPr>
        <p:spPr>
          <a:xfrm>
            <a:off x="5187205" y="8227317"/>
            <a:ext cx="1482816" cy="10226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0"/>
                </a:moveTo>
                <a:lnTo>
                  <a:pt x="5214" y="0"/>
                </a:lnTo>
                <a:moveTo>
                  <a:pt x="5959" y="0"/>
                </a:moveTo>
                <a:lnTo>
                  <a:pt x="8193" y="0"/>
                </a:lnTo>
                <a:moveTo>
                  <a:pt x="8938" y="0"/>
                </a:moveTo>
                <a:lnTo>
                  <a:pt x="11917" y="0"/>
                </a:lnTo>
                <a:moveTo>
                  <a:pt x="12662" y="0"/>
                </a:moveTo>
                <a:lnTo>
                  <a:pt x="14152" y="0"/>
                </a:lnTo>
                <a:moveTo>
                  <a:pt x="16386" y="0"/>
                </a:moveTo>
                <a:lnTo>
                  <a:pt x="21600" y="0"/>
                </a:lnTo>
                <a:moveTo>
                  <a:pt x="0" y="10800"/>
                </a:moveTo>
                <a:lnTo>
                  <a:pt x="745" y="10800"/>
                </a:lnTo>
                <a:moveTo>
                  <a:pt x="4469" y="10800"/>
                </a:moveTo>
                <a:lnTo>
                  <a:pt x="5214" y="10800"/>
                </a:lnTo>
                <a:moveTo>
                  <a:pt x="6703" y="10800"/>
                </a:moveTo>
                <a:lnTo>
                  <a:pt x="7448" y="10800"/>
                </a:lnTo>
                <a:moveTo>
                  <a:pt x="8938" y="10800"/>
                </a:moveTo>
                <a:lnTo>
                  <a:pt x="9683" y="10800"/>
                </a:lnTo>
                <a:moveTo>
                  <a:pt x="11172" y="10800"/>
                </a:moveTo>
                <a:lnTo>
                  <a:pt x="11917" y="10800"/>
                </a:lnTo>
                <a:moveTo>
                  <a:pt x="12662" y="10800"/>
                </a:moveTo>
                <a:lnTo>
                  <a:pt x="13407" y="10800"/>
                </a:lnTo>
                <a:moveTo>
                  <a:pt x="14897" y="10800"/>
                </a:moveTo>
                <a:lnTo>
                  <a:pt x="15641" y="10800"/>
                </a:lnTo>
                <a:moveTo>
                  <a:pt x="16386" y="10800"/>
                </a:moveTo>
                <a:lnTo>
                  <a:pt x="17131" y="10800"/>
                </a:lnTo>
                <a:moveTo>
                  <a:pt x="20855" y="10800"/>
                </a:moveTo>
                <a:lnTo>
                  <a:pt x="21600" y="10800"/>
                </a:lnTo>
                <a:moveTo>
                  <a:pt x="0" y="21600"/>
                </a:moveTo>
                <a:lnTo>
                  <a:pt x="745" y="21600"/>
                </a:lnTo>
              </a:path>
            </a:pathLst>
          </a:custGeom>
          <a:ln w="51131">
            <a:solidFill>
              <a:srgbClr val="00000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22" name="bg object 21"/>
          <p:cNvSpPr/>
          <p:nvPr/>
        </p:nvSpPr>
        <p:spPr>
          <a:xfrm>
            <a:off x="5289468" y="8304014"/>
            <a:ext cx="153395" cy="51133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23" name="bg object 22"/>
          <p:cNvSpPr/>
          <p:nvPr/>
        </p:nvSpPr>
        <p:spPr>
          <a:xfrm>
            <a:off x="5493996" y="8329579"/>
            <a:ext cx="869236" cy="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0" fill="norm" stroke="1" extrusionOk="0">
                <a:moveTo>
                  <a:pt x="0" y="0"/>
                </a:moveTo>
                <a:lnTo>
                  <a:pt x="1271" y="0"/>
                </a:lnTo>
                <a:moveTo>
                  <a:pt x="2541" y="0"/>
                </a:moveTo>
                <a:lnTo>
                  <a:pt x="5082" y="0"/>
                </a:lnTo>
                <a:moveTo>
                  <a:pt x="6353" y="0"/>
                </a:moveTo>
                <a:lnTo>
                  <a:pt x="7624" y="0"/>
                </a:lnTo>
                <a:moveTo>
                  <a:pt x="8894" y="0"/>
                </a:moveTo>
                <a:lnTo>
                  <a:pt x="10165" y="0"/>
                </a:lnTo>
                <a:moveTo>
                  <a:pt x="13976" y="0"/>
                </a:moveTo>
                <a:lnTo>
                  <a:pt x="15247" y="0"/>
                </a:lnTo>
                <a:moveTo>
                  <a:pt x="16518" y="0"/>
                </a:moveTo>
                <a:lnTo>
                  <a:pt x="19059" y="0"/>
                </a:lnTo>
                <a:moveTo>
                  <a:pt x="20329" y="0"/>
                </a:moveTo>
                <a:lnTo>
                  <a:pt x="21600" y="0"/>
                </a:lnTo>
              </a:path>
            </a:pathLst>
          </a:custGeom>
          <a:ln w="51131">
            <a:solidFill>
              <a:srgbClr val="00000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24" name="bg object 23"/>
          <p:cNvSpPr/>
          <p:nvPr/>
        </p:nvSpPr>
        <p:spPr>
          <a:xfrm>
            <a:off x="6414363" y="8304014"/>
            <a:ext cx="153395" cy="51133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25" name="bg object 24"/>
          <p:cNvSpPr/>
          <p:nvPr/>
        </p:nvSpPr>
        <p:spPr>
          <a:xfrm>
            <a:off x="5187205" y="8329579"/>
            <a:ext cx="1482816" cy="5113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0855" y="0"/>
                </a:moveTo>
                <a:lnTo>
                  <a:pt x="21600" y="0"/>
                </a:lnTo>
                <a:moveTo>
                  <a:pt x="0" y="21600"/>
                </a:moveTo>
                <a:lnTo>
                  <a:pt x="745" y="21600"/>
                </a:lnTo>
              </a:path>
            </a:pathLst>
          </a:custGeom>
          <a:ln w="51131">
            <a:solidFill>
              <a:srgbClr val="00000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26" name="bg object 25"/>
          <p:cNvSpPr/>
          <p:nvPr/>
        </p:nvSpPr>
        <p:spPr>
          <a:xfrm>
            <a:off x="5289468" y="8355145"/>
            <a:ext cx="153395" cy="51133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27" name="bg object 26"/>
          <p:cNvSpPr/>
          <p:nvPr/>
        </p:nvSpPr>
        <p:spPr>
          <a:xfrm>
            <a:off x="5493996" y="8380711"/>
            <a:ext cx="357922" cy="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0" fill="norm" stroke="1" extrusionOk="0">
                <a:moveTo>
                  <a:pt x="0" y="0"/>
                </a:moveTo>
                <a:lnTo>
                  <a:pt x="3086" y="0"/>
                </a:lnTo>
                <a:moveTo>
                  <a:pt x="12343" y="0"/>
                </a:moveTo>
                <a:lnTo>
                  <a:pt x="15429" y="0"/>
                </a:lnTo>
                <a:moveTo>
                  <a:pt x="18514" y="0"/>
                </a:moveTo>
                <a:lnTo>
                  <a:pt x="21600" y="0"/>
                </a:lnTo>
              </a:path>
            </a:pathLst>
          </a:custGeom>
          <a:ln w="51131">
            <a:solidFill>
              <a:srgbClr val="00000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28" name="bg object 27"/>
          <p:cNvSpPr/>
          <p:nvPr/>
        </p:nvSpPr>
        <p:spPr>
          <a:xfrm>
            <a:off x="5954178" y="8355145"/>
            <a:ext cx="204527" cy="51133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29" name="bg object 28"/>
          <p:cNvSpPr/>
          <p:nvPr/>
        </p:nvSpPr>
        <p:spPr>
          <a:xfrm>
            <a:off x="6312099" y="8380711"/>
            <a:ext cx="51132" cy="1"/>
          </a:xfrm>
          <a:prstGeom prst="line">
            <a:avLst/>
          </a:prstGeom>
          <a:ln w="51131">
            <a:solidFill>
              <a:srgbClr val="00000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30" name="bg object 29"/>
          <p:cNvSpPr/>
          <p:nvPr/>
        </p:nvSpPr>
        <p:spPr>
          <a:xfrm>
            <a:off x="6414363" y="8355145"/>
            <a:ext cx="153395" cy="51133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31" name="bg object 30"/>
          <p:cNvSpPr/>
          <p:nvPr/>
        </p:nvSpPr>
        <p:spPr>
          <a:xfrm>
            <a:off x="5187205" y="8380711"/>
            <a:ext cx="1482816" cy="5113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0855" y="0"/>
                </a:moveTo>
                <a:lnTo>
                  <a:pt x="21600" y="0"/>
                </a:lnTo>
                <a:moveTo>
                  <a:pt x="0" y="21600"/>
                </a:moveTo>
                <a:lnTo>
                  <a:pt x="745" y="21600"/>
                </a:lnTo>
              </a:path>
            </a:pathLst>
          </a:custGeom>
          <a:ln w="51131">
            <a:solidFill>
              <a:srgbClr val="00000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32" name="bg object 31"/>
          <p:cNvSpPr/>
          <p:nvPr/>
        </p:nvSpPr>
        <p:spPr>
          <a:xfrm>
            <a:off x="5289468" y="8406276"/>
            <a:ext cx="153395" cy="51133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33" name="bg object 32"/>
          <p:cNvSpPr/>
          <p:nvPr/>
        </p:nvSpPr>
        <p:spPr>
          <a:xfrm>
            <a:off x="5493996" y="8431842"/>
            <a:ext cx="255658" cy="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0" fill="norm" stroke="1" extrusionOk="0">
                <a:moveTo>
                  <a:pt x="0" y="0"/>
                </a:moveTo>
                <a:lnTo>
                  <a:pt x="4320" y="0"/>
                </a:lnTo>
                <a:moveTo>
                  <a:pt x="17280" y="0"/>
                </a:moveTo>
                <a:lnTo>
                  <a:pt x="21600" y="0"/>
                </a:lnTo>
              </a:path>
            </a:pathLst>
          </a:custGeom>
          <a:ln w="51131">
            <a:solidFill>
              <a:srgbClr val="00000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34" name="bg object 33"/>
          <p:cNvSpPr/>
          <p:nvPr/>
        </p:nvSpPr>
        <p:spPr>
          <a:xfrm>
            <a:off x="5954178" y="8406276"/>
            <a:ext cx="204527" cy="51133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35" name="bg object 34"/>
          <p:cNvSpPr/>
          <p:nvPr/>
        </p:nvSpPr>
        <p:spPr>
          <a:xfrm>
            <a:off x="6312099" y="8431842"/>
            <a:ext cx="51132" cy="1"/>
          </a:xfrm>
          <a:prstGeom prst="line">
            <a:avLst/>
          </a:prstGeom>
          <a:ln w="51131">
            <a:solidFill>
              <a:srgbClr val="00000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36" name="bg object 35"/>
          <p:cNvSpPr/>
          <p:nvPr/>
        </p:nvSpPr>
        <p:spPr>
          <a:xfrm>
            <a:off x="6414363" y="8406276"/>
            <a:ext cx="153395" cy="51133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37" name="bg object 36"/>
          <p:cNvSpPr/>
          <p:nvPr/>
        </p:nvSpPr>
        <p:spPr>
          <a:xfrm>
            <a:off x="5187205" y="8431842"/>
            <a:ext cx="1482816" cy="40905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0855" y="0"/>
                </a:moveTo>
                <a:lnTo>
                  <a:pt x="21600" y="0"/>
                </a:lnTo>
                <a:moveTo>
                  <a:pt x="0" y="2700"/>
                </a:moveTo>
                <a:lnTo>
                  <a:pt x="745" y="2700"/>
                </a:lnTo>
                <a:moveTo>
                  <a:pt x="4469" y="2700"/>
                </a:moveTo>
                <a:lnTo>
                  <a:pt x="5214" y="2700"/>
                </a:lnTo>
                <a:moveTo>
                  <a:pt x="5959" y="2700"/>
                </a:moveTo>
                <a:lnTo>
                  <a:pt x="6703" y="2700"/>
                </a:lnTo>
                <a:moveTo>
                  <a:pt x="7448" y="2700"/>
                </a:moveTo>
                <a:lnTo>
                  <a:pt x="11172" y="2700"/>
                </a:lnTo>
                <a:moveTo>
                  <a:pt x="11917" y="2700"/>
                </a:moveTo>
                <a:lnTo>
                  <a:pt x="12662" y="2700"/>
                </a:lnTo>
                <a:moveTo>
                  <a:pt x="14897" y="2700"/>
                </a:moveTo>
                <a:lnTo>
                  <a:pt x="15641" y="2700"/>
                </a:lnTo>
                <a:moveTo>
                  <a:pt x="16386" y="2700"/>
                </a:moveTo>
                <a:lnTo>
                  <a:pt x="17131" y="2700"/>
                </a:lnTo>
                <a:moveTo>
                  <a:pt x="20855" y="2700"/>
                </a:moveTo>
                <a:lnTo>
                  <a:pt x="21600" y="2700"/>
                </a:lnTo>
                <a:moveTo>
                  <a:pt x="0" y="5400"/>
                </a:moveTo>
                <a:lnTo>
                  <a:pt x="5214" y="5400"/>
                </a:lnTo>
                <a:moveTo>
                  <a:pt x="5959" y="5400"/>
                </a:moveTo>
                <a:lnTo>
                  <a:pt x="6703" y="5400"/>
                </a:lnTo>
                <a:moveTo>
                  <a:pt x="7448" y="5400"/>
                </a:moveTo>
                <a:lnTo>
                  <a:pt x="8193" y="5400"/>
                </a:lnTo>
                <a:moveTo>
                  <a:pt x="8938" y="5400"/>
                </a:moveTo>
                <a:lnTo>
                  <a:pt x="9683" y="5400"/>
                </a:lnTo>
                <a:moveTo>
                  <a:pt x="10428" y="5400"/>
                </a:moveTo>
                <a:lnTo>
                  <a:pt x="11172" y="5400"/>
                </a:lnTo>
                <a:moveTo>
                  <a:pt x="11917" y="5400"/>
                </a:moveTo>
                <a:lnTo>
                  <a:pt x="12662" y="5400"/>
                </a:lnTo>
                <a:moveTo>
                  <a:pt x="13407" y="5400"/>
                </a:moveTo>
                <a:lnTo>
                  <a:pt x="14152" y="5400"/>
                </a:lnTo>
                <a:moveTo>
                  <a:pt x="14897" y="5400"/>
                </a:moveTo>
                <a:lnTo>
                  <a:pt x="15641" y="5400"/>
                </a:lnTo>
                <a:moveTo>
                  <a:pt x="16386" y="5400"/>
                </a:moveTo>
                <a:lnTo>
                  <a:pt x="21600" y="5400"/>
                </a:lnTo>
                <a:moveTo>
                  <a:pt x="6703" y="8100"/>
                </a:moveTo>
                <a:lnTo>
                  <a:pt x="7448" y="8100"/>
                </a:lnTo>
                <a:moveTo>
                  <a:pt x="8193" y="8100"/>
                </a:moveTo>
                <a:lnTo>
                  <a:pt x="8938" y="8100"/>
                </a:lnTo>
                <a:moveTo>
                  <a:pt x="9683" y="8100"/>
                </a:moveTo>
                <a:lnTo>
                  <a:pt x="10428" y="8100"/>
                </a:lnTo>
                <a:moveTo>
                  <a:pt x="13407" y="8100"/>
                </a:moveTo>
                <a:lnTo>
                  <a:pt x="14152" y="8100"/>
                </a:lnTo>
                <a:moveTo>
                  <a:pt x="0" y="10800"/>
                </a:moveTo>
                <a:lnTo>
                  <a:pt x="745" y="10800"/>
                </a:lnTo>
                <a:moveTo>
                  <a:pt x="1490" y="10800"/>
                </a:moveTo>
                <a:lnTo>
                  <a:pt x="2234" y="10800"/>
                </a:lnTo>
                <a:moveTo>
                  <a:pt x="4469" y="10800"/>
                </a:moveTo>
                <a:lnTo>
                  <a:pt x="5959" y="10800"/>
                </a:lnTo>
                <a:moveTo>
                  <a:pt x="8193" y="10800"/>
                </a:moveTo>
                <a:lnTo>
                  <a:pt x="8938" y="10800"/>
                </a:lnTo>
                <a:moveTo>
                  <a:pt x="9683" y="10800"/>
                </a:moveTo>
                <a:lnTo>
                  <a:pt x="10428" y="10800"/>
                </a:lnTo>
                <a:moveTo>
                  <a:pt x="11172" y="10800"/>
                </a:moveTo>
                <a:lnTo>
                  <a:pt x="12662" y="10800"/>
                </a:lnTo>
                <a:moveTo>
                  <a:pt x="14897" y="10800"/>
                </a:moveTo>
                <a:lnTo>
                  <a:pt x="15641" y="10800"/>
                </a:lnTo>
                <a:moveTo>
                  <a:pt x="17131" y="10800"/>
                </a:moveTo>
                <a:lnTo>
                  <a:pt x="17876" y="10800"/>
                </a:lnTo>
                <a:moveTo>
                  <a:pt x="19366" y="10800"/>
                </a:moveTo>
                <a:lnTo>
                  <a:pt x="20110" y="10800"/>
                </a:lnTo>
                <a:moveTo>
                  <a:pt x="20855" y="10800"/>
                </a:moveTo>
                <a:lnTo>
                  <a:pt x="21600" y="10800"/>
                </a:lnTo>
                <a:moveTo>
                  <a:pt x="0" y="13500"/>
                </a:moveTo>
                <a:lnTo>
                  <a:pt x="745" y="13500"/>
                </a:lnTo>
                <a:moveTo>
                  <a:pt x="2234" y="13500"/>
                </a:moveTo>
                <a:lnTo>
                  <a:pt x="2979" y="13500"/>
                </a:lnTo>
                <a:moveTo>
                  <a:pt x="5214" y="13500"/>
                </a:moveTo>
                <a:lnTo>
                  <a:pt x="7448" y="13500"/>
                </a:lnTo>
                <a:moveTo>
                  <a:pt x="8193" y="13500"/>
                </a:moveTo>
                <a:lnTo>
                  <a:pt x="8938" y="13500"/>
                </a:lnTo>
                <a:moveTo>
                  <a:pt x="11917" y="13500"/>
                </a:moveTo>
                <a:lnTo>
                  <a:pt x="12662" y="13500"/>
                </a:lnTo>
                <a:moveTo>
                  <a:pt x="14152" y="13500"/>
                </a:moveTo>
                <a:lnTo>
                  <a:pt x="15641" y="13500"/>
                </a:lnTo>
                <a:moveTo>
                  <a:pt x="16386" y="13500"/>
                </a:moveTo>
                <a:lnTo>
                  <a:pt x="17876" y="13500"/>
                </a:lnTo>
                <a:moveTo>
                  <a:pt x="20110" y="13500"/>
                </a:moveTo>
                <a:lnTo>
                  <a:pt x="21600" y="13500"/>
                </a:lnTo>
                <a:moveTo>
                  <a:pt x="745" y="16200"/>
                </a:moveTo>
                <a:lnTo>
                  <a:pt x="1490" y="16200"/>
                </a:lnTo>
                <a:moveTo>
                  <a:pt x="2979" y="16200"/>
                </a:moveTo>
                <a:lnTo>
                  <a:pt x="3724" y="16200"/>
                </a:lnTo>
                <a:moveTo>
                  <a:pt x="4469" y="16200"/>
                </a:moveTo>
                <a:lnTo>
                  <a:pt x="5214" y="16200"/>
                </a:lnTo>
                <a:moveTo>
                  <a:pt x="8193" y="16200"/>
                </a:moveTo>
                <a:lnTo>
                  <a:pt x="8938" y="16200"/>
                </a:lnTo>
                <a:moveTo>
                  <a:pt x="9683" y="16200"/>
                </a:moveTo>
                <a:lnTo>
                  <a:pt x="11172" y="16200"/>
                </a:lnTo>
                <a:moveTo>
                  <a:pt x="11917" y="16200"/>
                </a:moveTo>
                <a:lnTo>
                  <a:pt x="13407" y="16200"/>
                </a:lnTo>
                <a:moveTo>
                  <a:pt x="14152" y="16200"/>
                </a:moveTo>
                <a:lnTo>
                  <a:pt x="14897" y="16200"/>
                </a:lnTo>
                <a:moveTo>
                  <a:pt x="17131" y="16200"/>
                </a:moveTo>
                <a:lnTo>
                  <a:pt x="17876" y="16200"/>
                </a:lnTo>
                <a:moveTo>
                  <a:pt x="18621" y="16200"/>
                </a:moveTo>
                <a:lnTo>
                  <a:pt x="20110" y="16200"/>
                </a:lnTo>
                <a:moveTo>
                  <a:pt x="20855" y="16200"/>
                </a:moveTo>
                <a:lnTo>
                  <a:pt x="21600" y="16200"/>
                </a:lnTo>
                <a:moveTo>
                  <a:pt x="745" y="18900"/>
                </a:moveTo>
                <a:lnTo>
                  <a:pt x="1490" y="18900"/>
                </a:lnTo>
                <a:moveTo>
                  <a:pt x="2979" y="18900"/>
                </a:moveTo>
                <a:lnTo>
                  <a:pt x="4469" y="18900"/>
                </a:lnTo>
                <a:moveTo>
                  <a:pt x="7448" y="18900"/>
                </a:moveTo>
                <a:lnTo>
                  <a:pt x="8938" y="18900"/>
                </a:lnTo>
                <a:moveTo>
                  <a:pt x="10428" y="18900"/>
                </a:moveTo>
                <a:lnTo>
                  <a:pt x="12662" y="18900"/>
                </a:lnTo>
                <a:moveTo>
                  <a:pt x="14152" y="18900"/>
                </a:moveTo>
                <a:lnTo>
                  <a:pt x="14897" y="18900"/>
                </a:lnTo>
                <a:moveTo>
                  <a:pt x="17131" y="18900"/>
                </a:moveTo>
                <a:lnTo>
                  <a:pt x="19366" y="18900"/>
                </a:lnTo>
                <a:moveTo>
                  <a:pt x="0" y="21600"/>
                </a:moveTo>
                <a:lnTo>
                  <a:pt x="2234" y="21600"/>
                </a:lnTo>
                <a:moveTo>
                  <a:pt x="3724" y="21600"/>
                </a:moveTo>
                <a:lnTo>
                  <a:pt x="6703" y="21600"/>
                </a:lnTo>
                <a:moveTo>
                  <a:pt x="8938" y="21600"/>
                </a:moveTo>
                <a:lnTo>
                  <a:pt x="11172" y="21600"/>
                </a:lnTo>
                <a:moveTo>
                  <a:pt x="11917" y="21600"/>
                </a:moveTo>
                <a:lnTo>
                  <a:pt x="12662" y="21600"/>
                </a:lnTo>
                <a:moveTo>
                  <a:pt x="14897" y="21600"/>
                </a:moveTo>
                <a:lnTo>
                  <a:pt x="15641" y="21600"/>
                </a:lnTo>
                <a:moveTo>
                  <a:pt x="16386" y="21600"/>
                </a:moveTo>
                <a:lnTo>
                  <a:pt x="17876" y="21600"/>
                </a:lnTo>
              </a:path>
            </a:pathLst>
          </a:custGeom>
          <a:ln w="51131">
            <a:solidFill>
              <a:srgbClr val="00000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38" name="bg object 37"/>
          <p:cNvSpPr/>
          <p:nvPr/>
        </p:nvSpPr>
        <p:spPr>
          <a:xfrm>
            <a:off x="6618889" y="8840896"/>
            <a:ext cx="51133" cy="1"/>
          </a:xfrm>
          <a:prstGeom prst="line">
            <a:avLst/>
          </a:prstGeom>
          <a:ln w="51131">
            <a:solidFill>
              <a:srgbClr val="00000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39" name="bg object 38"/>
          <p:cNvSpPr/>
          <p:nvPr/>
        </p:nvSpPr>
        <p:spPr>
          <a:xfrm>
            <a:off x="5238338" y="8892027"/>
            <a:ext cx="51132" cy="1"/>
          </a:xfrm>
          <a:prstGeom prst="line">
            <a:avLst/>
          </a:prstGeom>
          <a:ln w="51131">
            <a:solidFill>
              <a:srgbClr val="00000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40" name="bg object 39"/>
          <p:cNvSpPr/>
          <p:nvPr/>
        </p:nvSpPr>
        <p:spPr>
          <a:xfrm>
            <a:off x="5340601" y="8892027"/>
            <a:ext cx="153395" cy="1"/>
          </a:xfrm>
          <a:prstGeom prst="line">
            <a:avLst/>
          </a:prstGeom>
          <a:ln w="51131">
            <a:solidFill>
              <a:srgbClr val="00000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41" name="bg object 40"/>
          <p:cNvSpPr/>
          <p:nvPr/>
        </p:nvSpPr>
        <p:spPr>
          <a:xfrm>
            <a:off x="5545127" y="8892027"/>
            <a:ext cx="102264" cy="1"/>
          </a:xfrm>
          <a:prstGeom prst="line">
            <a:avLst/>
          </a:prstGeom>
          <a:ln w="51131">
            <a:solidFill>
              <a:srgbClr val="00000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42" name="bg object 41"/>
          <p:cNvSpPr/>
          <p:nvPr/>
        </p:nvSpPr>
        <p:spPr>
          <a:xfrm>
            <a:off x="5698521" y="8892027"/>
            <a:ext cx="51132" cy="1"/>
          </a:xfrm>
          <a:prstGeom prst="line">
            <a:avLst/>
          </a:prstGeom>
          <a:ln w="51131">
            <a:solidFill>
              <a:srgbClr val="00000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43" name="bg object 42"/>
          <p:cNvSpPr/>
          <p:nvPr/>
        </p:nvSpPr>
        <p:spPr>
          <a:xfrm>
            <a:off x="5851916" y="8892027"/>
            <a:ext cx="102264" cy="1"/>
          </a:xfrm>
          <a:prstGeom prst="line">
            <a:avLst/>
          </a:prstGeom>
          <a:ln w="51131">
            <a:solidFill>
              <a:srgbClr val="00000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44" name="bg object 43"/>
          <p:cNvSpPr/>
          <p:nvPr/>
        </p:nvSpPr>
        <p:spPr>
          <a:xfrm>
            <a:off x="6158705" y="8892027"/>
            <a:ext cx="102264" cy="1"/>
          </a:xfrm>
          <a:prstGeom prst="line">
            <a:avLst/>
          </a:prstGeom>
          <a:ln w="51131">
            <a:solidFill>
              <a:srgbClr val="00000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45" name="bg object 44"/>
          <p:cNvSpPr/>
          <p:nvPr/>
        </p:nvSpPr>
        <p:spPr>
          <a:xfrm>
            <a:off x="6312099" y="8892027"/>
            <a:ext cx="51132" cy="1"/>
          </a:xfrm>
          <a:prstGeom prst="line">
            <a:avLst/>
          </a:prstGeom>
          <a:ln w="51131">
            <a:solidFill>
              <a:srgbClr val="00000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46" name="bg object 45"/>
          <p:cNvSpPr/>
          <p:nvPr/>
        </p:nvSpPr>
        <p:spPr>
          <a:xfrm>
            <a:off x="6567758" y="8892027"/>
            <a:ext cx="102264" cy="1"/>
          </a:xfrm>
          <a:prstGeom prst="line">
            <a:avLst/>
          </a:prstGeom>
          <a:ln w="51131">
            <a:solidFill>
              <a:srgbClr val="00000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47" name="bg object 46"/>
          <p:cNvSpPr/>
          <p:nvPr/>
        </p:nvSpPr>
        <p:spPr>
          <a:xfrm>
            <a:off x="5442863" y="8943157"/>
            <a:ext cx="102264" cy="1"/>
          </a:xfrm>
          <a:prstGeom prst="line">
            <a:avLst/>
          </a:prstGeom>
          <a:ln w="51131">
            <a:solidFill>
              <a:srgbClr val="00000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48" name="bg object 47"/>
          <p:cNvSpPr/>
          <p:nvPr/>
        </p:nvSpPr>
        <p:spPr>
          <a:xfrm>
            <a:off x="5596259" y="8943157"/>
            <a:ext cx="51132" cy="1"/>
          </a:xfrm>
          <a:prstGeom prst="line">
            <a:avLst/>
          </a:prstGeom>
          <a:ln w="51131">
            <a:solidFill>
              <a:srgbClr val="00000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49" name="bg object 48"/>
          <p:cNvSpPr/>
          <p:nvPr/>
        </p:nvSpPr>
        <p:spPr>
          <a:xfrm>
            <a:off x="5800785" y="8943157"/>
            <a:ext cx="51132" cy="1"/>
          </a:xfrm>
          <a:prstGeom prst="line">
            <a:avLst/>
          </a:prstGeom>
          <a:ln w="51131">
            <a:solidFill>
              <a:srgbClr val="00000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50" name="bg object 49"/>
          <p:cNvSpPr/>
          <p:nvPr/>
        </p:nvSpPr>
        <p:spPr>
          <a:xfrm>
            <a:off x="5954178" y="8943157"/>
            <a:ext cx="51132" cy="1"/>
          </a:xfrm>
          <a:prstGeom prst="line">
            <a:avLst/>
          </a:prstGeom>
          <a:ln w="51131">
            <a:solidFill>
              <a:srgbClr val="00000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51" name="bg object 50"/>
          <p:cNvSpPr/>
          <p:nvPr/>
        </p:nvSpPr>
        <p:spPr>
          <a:xfrm>
            <a:off x="6056441" y="8943157"/>
            <a:ext cx="51132" cy="1"/>
          </a:xfrm>
          <a:prstGeom prst="line">
            <a:avLst/>
          </a:prstGeom>
          <a:ln w="51131">
            <a:solidFill>
              <a:srgbClr val="00000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52" name="bg object 51"/>
          <p:cNvSpPr/>
          <p:nvPr/>
        </p:nvSpPr>
        <p:spPr>
          <a:xfrm>
            <a:off x="6158705" y="8943157"/>
            <a:ext cx="51132" cy="1"/>
          </a:xfrm>
          <a:prstGeom prst="line">
            <a:avLst/>
          </a:prstGeom>
          <a:ln w="51131">
            <a:solidFill>
              <a:srgbClr val="00000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53" name="bg object 52"/>
          <p:cNvSpPr/>
          <p:nvPr/>
        </p:nvSpPr>
        <p:spPr>
          <a:xfrm>
            <a:off x="6260968" y="8943157"/>
            <a:ext cx="102264" cy="1"/>
          </a:xfrm>
          <a:prstGeom prst="line">
            <a:avLst/>
          </a:prstGeom>
          <a:ln w="51131">
            <a:solidFill>
              <a:srgbClr val="00000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54" name="bg object 53"/>
          <p:cNvSpPr/>
          <p:nvPr/>
        </p:nvSpPr>
        <p:spPr>
          <a:xfrm>
            <a:off x="6618889" y="8943157"/>
            <a:ext cx="51133" cy="1"/>
          </a:xfrm>
          <a:prstGeom prst="line">
            <a:avLst/>
          </a:prstGeom>
          <a:ln w="51131">
            <a:solidFill>
              <a:srgbClr val="00000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55" name="bg object 54"/>
          <p:cNvSpPr/>
          <p:nvPr/>
        </p:nvSpPr>
        <p:spPr>
          <a:xfrm>
            <a:off x="5238338" y="8994289"/>
            <a:ext cx="51132" cy="1"/>
          </a:xfrm>
          <a:prstGeom prst="line">
            <a:avLst/>
          </a:prstGeom>
          <a:ln w="51131">
            <a:solidFill>
              <a:srgbClr val="00000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56" name="bg object 55"/>
          <p:cNvSpPr/>
          <p:nvPr/>
        </p:nvSpPr>
        <p:spPr>
          <a:xfrm>
            <a:off x="5391732" y="8994289"/>
            <a:ext cx="51132" cy="1"/>
          </a:xfrm>
          <a:prstGeom prst="line">
            <a:avLst/>
          </a:prstGeom>
          <a:ln w="51131">
            <a:solidFill>
              <a:srgbClr val="00000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57" name="bg object 56"/>
          <p:cNvSpPr/>
          <p:nvPr/>
        </p:nvSpPr>
        <p:spPr>
          <a:xfrm>
            <a:off x="5596259" y="8994289"/>
            <a:ext cx="51132" cy="1"/>
          </a:xfrm>
          <a:prstGeom prst="line">
            <a:avLst/>
          </a:prstGeom>
          <a:ln w="51131">
            <a:solidFill>
              <a:srgbClr val="00000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58" name="bg object 57"/>
          <p:cNvSpPr/>
          <p:nvPr/>
        </p:nvSpPr>
        <p:spPr>
          <a:xfrm>
            <a:off x="5698521" y="8994289"/>
            <a:ext cx="51132" cy="1"/>
          </a:xfrm>
          <a:prstGeom prst="line">
            <a:avLst/>
          </a:prstGeom>
          <a:ln w="51131">
            <a:solidFill>
              <a:srgbClr val="00000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59" name="bg object 58"/>
          <p:cNvSpPr/>
          <p:nvPr/>
        </p:nvSpPr>
        <p:spPr>
          <a:xfrm>
            <a:off x="5800785" y="8994289"/>
            <a:ext cx="102264" cy="1"/>
          </a:xfrm>
          <a:prstGeom prst="line">
            <a:avLst/>
          </a:prstGeom>
          <a:ln w="51131">
            <a:solidFill>
              <a:srgbClr val="00000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60" name="bg object 59"/>
          <p:cNvSpPr/>
          <p:nvPr/>
        </p:nvSpPr>
        <p:spPr>
          <a:xfrm>
            <a:off x="5954178" y="8994289"/>
            <a:ext cx="102264" cy="1"/>
          </a:xfrm>
          <a:prstGeom prst="line">
            <a:avLst/>
          </a:prstGeom>
          <a:ln w="51131">
            <a:solidFill>
              <a:srgbClr val="00000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61" name="bg object 60"/>
          <p:cNvSpPr/>
          <p:nvPr/>
        </p:nvSpPr>
        <p:spPr>
          <a:xfrm>
            <a:off x="6107574" y="8994289"/>
            <a:ext cx="51132" cy="1"/>
          </a:xfrm>
          <a:prstGeom prst="line">
            <a:avLst/>
          </a:prstGeom>
          <a:ln w="51131">
            <a:solidFill>
              <a:srgbClr val="00000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62" name="bg object 61"/>
          <p:cNvSpPr/>
          <p:nvPr/>
        </p:nvSpPr>
        <p:spPr>
          <a:xfrm>
            <a:off x="6260968" y="8994289"/>
            <a:ext cx="153396" cy="1"/>
          </a:xfrm>
          <a:prstGeom prst="line">
            <a:avLst/>
          </a:prstGeom>
          <a:ln w="51131">
            <a:solidFill>
              <a:srgbClr val="00000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63" name="bg object 62"/>
          <p:cNvSpPr/>
          <p:nvPr/>
        </p:nvSpPr>
        <p:spPr>
          <a:xfrm>
            <a:off x="5187205" y="9045422"/>
            <a:ext cx="102264" cy="1"/>
          </a:xfrm>
          <a:prstGeom prst="line">
            <a:avLst/>
          </a:prstGeom>
          <a:ln w="51131">
            <a:solidFill>
              <a:srgbClr val="00000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64" name="bg object 63"/>
          <p:cNvSpPr/>
          <p:nvPr/>
        </p:nvSpPr>
        <p:spPr>
          <a:xfrm>
            <a:off x="5442863" y="9045422"/>
            <a:ext cx="255658" cy="1"/>
          </a:xfrm>
          <a:prstGeom prst="line">
            <a:avLst/>
          </a:prstGeom>
          <a:ln w="51131">
            <a:solidFill>
              <a:srgbClr val="00000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65" name="bg object 64"/>
          <p:cNvSpPr/>
          <p:nvPr/>
        </p:nvSpPr>
        <p:spPr>
          <a:xfrm>
            <a:off x="5851916" y="9045422"/>
            <a:ext cx="51132" cy="1"/>
          </a:xfrm>
          <a:prstGeom prst="line">
            <a:avLst/>
          </a:prstGeom>
          <a:ln w="51131">
            <a:solidFill>
              <a:srgbClr val="00000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66" name="bg object 65"/>
          <p:cNvSpPr/>
          <p:nvPr/>
        </p:nvSpPr>
        <p:spPr>
          <a:xfrm>
            <a:off x="6005310" y="9045422"/>
            <a:ext cx="51132" cy="1"/>
          </a:xfrm>
          <a:prstGeom prst="line">
            <a:avLst/>
          </a:prstGeom>
          <a:ln w="51131">
            <a:solidFill>
              <a:srgbClr val="00000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67" name="bg object 66"/>
          <p:cNvSpPr/>
          <p:nvPr/>
        </p:nvSpPr>
        <p:spPr>
          <a:xfrm>
            <a:off x="6209836" y="9045422"/>
            <a:ext cx="51132" cy="1"/>
          </a:xfrm>
          <a:prstGeom prst="line">
            <a:avLst/>
          </a:prstGeom>
          <a:ln w="51131">
            <a:solidFill>
              <a:srgbClr val="00000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68" name="bg object 67"/>
          <p:cNvSpPr/>
          <p:nvPr/>
        </p:nvSpPr>
        <p:spPr>
          <a:xfrm>
            <a:off x="6312099" y="9045422"/>
            <a:ext cx="51132" cy="1"/>
          </a:xfrm>
          <a:prstGeom prst="line">
            <a:avLst/>
          </a:prstGeom>
          <a:ln w="51131">
            <a:solidFill>
              <a:srgbClr val="00000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69" name="bg object 68"/>
          <p:cNvSpPr/>
          <p:nvPr/>
        </p:nvSpPr>
        <p:spPr>
          <a:xfrm>
            <a:off x="6618889" y="9045422"/>
            <a:ext cx="51133" cy="1"/>
          </a:xfrm>
          <a:prstGeom prst="line">
            <a:avLst/>
          </a:prstGeom>
          <a:ln w="51131">
            <a:solidFill>
              <a:srgbClr val="00000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70" name="bg object 69"/>
          <p:cNvSpPr/>
          <p:nvPr/>
        </p:nvSpPr>
        <p:spPr>
          <a:xfrm>
            <a:off x="5289468" y="9096553"/>
            <a:ext cx="51132" cy="1"/>
          </a:xfrm>
          <a:prstGeom prst="line">
            <a:avLst/>
          </a:prstGeom>
          <a:ln w="51131">
            <a:solidFill>
              <a:srgbClr val="00000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71" name="bg object 70"/>
          <p:cNvSpPr/>
          <p:nvPr/>
        </p:nvSpPr>
        <p:spPr>
          <a:xfrm>
            <a:off x="5442863" y="9096553"/>
            <a:ext cx="51132" cy="1"/>
          </a:xfrm>
          <a:prstGeom prst="line">
            <a:avLst/>
          </a:prstGeom>
          <a:ln w="51131">
            <a:solidFill>
              <a:srgbClr val="00000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72" name="bg object 71"/>
          <p:cNvSpPr/>
          <p:nvPr/>
        </p:nvSpPr>
        <p:spPr>
          <a:xfrm>
            <a:off x="5596259" y="9096553"/>
            <a:ext cx="102264" cy="1"/>
          </a:xfrm>
          <a:prstGeom prst="line">
            <a:avLst/>
          </a:prstGeom>
          <a:ln w="51131">
            <a:solidFill>
              <a:srgbClr val="00000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73" name="bg object 72"/>
          <p:cNvSpPr/>
          <p:nvPr/>
        </p:nvSpPr>
        <p:spPr>
          <a:xfrm>
            <a:off x="5800785" y="9096553"/>
            <a:ext cx="51132" cy="1"/>
          </a:xfrm>
          <a:prstGeom prst="line">
            <a:avLst/>
          </a:prstGeom>
          <a:ln w="51131">
            <a:solidFill>
              <a:srgbClr val="00000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74" name="bg object 73"/>
          <p:cNvSpPr/>
          <p:nvPr/>
        </p:nvSpPr>
        <p:spPr>
          <a:xfrm>
            <a:off x="5954178" y="9096553"/>
            <a:ext cx="51132" cy="1"/>
          </a:xfrm>
          <a:prstGeom prst="line">
            <a:avLst/>
          </a:prstGeom>
          <a:ln w="51131">
            <a:solidFill>
              <a:srgbClr val="00000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75" name="bg object 74"/>
          <p:cNvSpPr/>
          <p:nvPr/>
        </p:nvSpPr>
        <p:spPr>
          <a:xfrm>
            <a:off x="6056441" y="9096553"/>
            <a:ext cx="51132" cy="1"/>
          </a:xfrm>
          <a:prstGeom prst="line">
            <a:avLst/>
          </a:prstGeom>
          <a:ln w="51131">
            <a:solidFill>
              <a:srgbClr val="00000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76" name="bg object 75"/>
          <p:cNvSpPr/>
          <p:nvPr/>
        </p:nvSpPr>
        <p:spPr>
          <a:xfrm>
            <a:off x="6158705" y="9096553"/>
            <a:ext cx="255658" cy="1"/>
          </a:xfrm>
          <a:prstGeom prst="line">
            <a:avLst/>
          </a:prstGeom>
          <a:ln w="51131">
            <a:solidFill>
              <a:srgbClr val="00000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77" name="bg object 76"/>
          <p:cNvSpPr/>
          <p:nvPr/>
        </p:nvSpPr>
        <p:spPr>
          <a:xfrm>
            <a:off x="6516626" y="9096553"/>
            <a:ext cx="153395" cy="1"/>
          </a:xfrm>
          <a:prstGeom prst="line">
            <a:avLst/>
          </a:prstGeom>
          <a:ln w="51131">
            <a:solidFill>
              <a:srgbClr val="00000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78" name="bg object 77"/>
          <p:cNvSpPr/>
          <p:nvPr/>
        </p:nvSpPr>
        <p:spPr>
          <a:xfrm>
            <a:off x="5187205" y="9147685"/>
            <a:ext cx="102264" cy="1"/>
          </a:xfrm>
          <a:prstGeom prst="line">
            <a:avLst/>
          </a:prstGeom>
          <a:ln w="51131">
            <a:solidFill>
              <a:srgbClr val="00000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79" name="bg object 78"/>
          <p:cNvSpPr/>
          <p:nvPr/>
        </p:nvSpPr>
        <p:spPr>
          <a:xfrm>
            <a:off x="5340601" y="9147685"/>
            <a:ext cx="255658" cy="1"/>
          </a:xfrm>
          <a:prstGeom prst="line">
            <a:avLst/>
          </a:prstGeom>
          <a:ln w="51131">
            <a:solidFill>
              <a:srgbClr val="00000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80" name="bg object 79"/>
          <p:cNvSpPr/>
          <p:nvPr/>
        </p:nvSpPr>
        <p:spPr>
          <a:xfrm>
            <a:off x="5647390" y="9147685"/>
            <a:ext cx="102264" cy="1"/>
          </a:xfrm>
          <a:prstGeom prst="line">
            <a:avLst/>
          </a:prstGeom>
          <a:ln w="51131">
            <a:solidFill>
              <a:srgbClr val="00000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81" name="bg object 80"/>
          <p:cNvSpPr/>
          <p:nvPr/>
        </p:nvSpPr>
        <p:spPr>
          <a:xfrm>
            <a:off x="5851916" y="9147685"/>
            <a:ext cx="153395" cy="1"/>
          </a:xfrm>
          <a:prstGeom prst="line">
            <a:avLst/>
          </a:prstGeom>
          <a:ln w="51131">
            <a:solidFill>
              <a:srgbClr val="00000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82" name="bg object 81"/>
          <p:cNvSpPr/>
          <p:nvPr/>
        </p:nvSpPr>
        <p:spPr>
          <a:xfrm>
            <a:off x="6056441" y="9147685"/>
            <a:ext cx="51132" cy="1"/>
          </a:xfrm>
          <a:prstGeom prst="line">
            <a:avLst/>
          </a:prstGeom>
          <a:ln w="51131">
            <a:solidFill>
              <a:srgbClr val="00000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83" name="bg object 82"/>
          <p:cNvSpPr/>
          <p:nvPr/>
        </p:nvSpPr>
        <p:spPr>
          <a:xfrm>
            <a:off x="6158705" y="9147685"/>
            <a:ext cx="51132" cy="1"/>
          </a:xfrm>
          <a:prstGeom prst="line">
            <a:avLst/>
          </a:prstGeom>
          <a:ln w="51131">
            <a:solidFill>
              <a:srgbClr val="00000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84" name="bg object 83"/>
          <p:cNvSpPr/>
          <p:nvPr/>
        </p:nvSpPr>
        <p:spPr>
          <a:xfrm>
            <a:off x="6312099" y="9147685"/>
            <a:ext cx="51132" cy="1"/>
          </a:xfrm>
          <a:prstGeom prst="line">
            <a:avLst/>
          </a:prstGeom>
          <a:ln w="51131">
            <a:solidFill>
              <a:srgbClr val="00000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85" name="bg object 84"/>
          <p:cNvSpPr/>
          <p:nvPr/>
        </p:nvSpPr>
        <p:spPr>
          <a:xfrm>
            <a:off x="6465494" y="9147685"/>
            <a:ext cx="51133" cy="1"/>
          </a:xfrm>
          <a:prstGeom prst="line">
            <a:avLst/>
          </a:prstGeom>
          <a:ln w="51131">
            <a:solidFill>
              <a:srgbClr val="00000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86" name="bg object 85"/>
          <p:cNvSpPr/>
          <p:nvPr/>
        </p:nvSpPr>
        <p:spPr>
          <a:xfrm>
            <a:off x="6618889" y="9147685"/>
            <a:ext cx="51133" cy="1"/>
          </a:xfrm>
          <a:prstGeom prst="line">
            <a:avLst/>
          </a:prstGeom>
          <a:ln w="51131">
            <a:solidFill>
              <a:srgbClr val="00000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87" name="bg object 86"/>
          <p:cNvSpPr/>
          <p:nvPr/>
        </p:nvSpPr>
        <p:spPr>
          <a:xfrm>
            <a:off x="5289468" y="9198816"/>
            <a:ext cx="153395" cy="1"/>
          </a:xfrm>
          <a:prstGeom prst="line">
            <a:avLst/>
          </a:prstGeom>
          <a:ln w="51131">
            <a:solidFill>
              <a:srgbClr val="00000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88" name="bg object 87"/>
          <p:cNvSpPr/>
          <p:nvPr/>
        </p:nvSpPr>
        <p:spPr>
          <a:xfrm>
            <a:off x="5596259" y="9198816"/>
            <a:ext cx="51132" cy="1"/>
          </a:xfrm>
          <a:prstGeom prst="line">
            <a:avLst/>
          </a:prstGeom>
          <a:ln w="51131">
            <a:solidFill>
              <a:srgbClr val="00000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89" name="bg object 88"/>
          <p:cNvSpPr/>
          <p:nvPr/>
        </p:nvSpPr>
        <p:spPr>
          <a:xfrm>
            <a:off x="5800785" y="9198816"/>
            <a:ext cx="51132" cy="1"/>
          </a:xfrm>
          <a:prstGeom prst="line">
            <a:avLst/>
          </a:prstGeom>
          <a:ln w="51131">
            <a:solidFill>
              <a:srgbClr val="00000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90" name="bg object 89"/>
          <p:cNvSpPr/>
          <p:nvPr/>
        </p:nvSpPr>
        <p:spPr>
          <a:xfrm>
            <a:off x="5903047" y="9198816"/>
            <a:ext cx="51132" cy="1"/>
          </a:xfrm>
          <a:prstGeom prst="line">
            <a:avLst/>
          </a:prstGeom>
          <a:ln w="51131">
            <a:solidFill>
              <a:srgbClr val="00000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91" name="bg object 90"/>
          <p:cNvSpPr/>
          <p:nvPr/>
        </p:nvSpPr>
        <p:spPr>
          <a:xfrm>
            <a:off x="6005310" y="9198816"/>
            <a:ext cx="51132" cy="1"/>
          </a:xfrm>
          <a:prstGeom prst="line">
            <a:avLst/>
          </a:prstGeom>
          <a:ln w="51131">
            <a:solidFill>
              <a:srgbClr val="00000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92" name="bg object 91"/>
          <p:cNvSpPr/>
          <p:nvPr/>
        </p:nvSpPr>
        <p:spPr>
          <a:xfrm>
            <a:off x="6107574" y="9198816"/>
            <a:ext cx="102264" cy="1"/>
          </a:xfrm>
          <a:prstGeom prst="line">
            <a:avLst/>
          </a:prstGeom>
          <a:ln w="51131">
            <a:solidFill>
              <a:srgbClr val="00000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93" name="bg object 92"/>
          <p:cNvSpPr/>
          <p:nvPr/>
        </p:nvSpPr>
        <p:spPr>
          <a:xfrm>
            <a:off x="6260968" y="9198816"/>
            <a:ext cx="153396" cy="1"/>
          </a:xfrm>
          <a:prstGeom prst="line">
            <a:avLst/>
          </a:prstGeom>
          <a:ln w="51131">
            <a:solidFill>
              <a:srgbClr val="00000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94" name="bg object 93"/>
          <p:cNvSpPr/>
          <p:nvPr/>
        </p:nvSpPr>
        <p:spPr>
          <a:xfrm>
            <a:off x="5187205" y="9249947"/>
            <a:ext cx="153395" cy="1"/>
          </a:xfrm>
          <a:prstGeom prst="line">
            <a:avLst/>
          </a:prstGeom>
          <a:ln w="51131">
            <a:solidFill>
              <a:srgbClr val="00000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95" name="bg object 94"/>
          <p:cNvSpPr/>
          <p:nvPr/>
        </p:nvSpPr>
        <p:spPr>
          <a:xfrm>
            <a:off x="5442863" y="9249947"/>
            <a:ext cx="204527" cy="1"/>
          </a:xfrm>
          <a:prstGeom prst="line">
            <a:avLst/>
          </a:prstGeom>
          <a:ln w="51131">
            <a:solidFill>
              <a:srgbClr val="00000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96" name="bg object 95"/>
          <p:cNvSpPr/>
          <p:nvPr/>
        </p:nvSpPr>
        <p:spPr>
          <a:xfrm>
            <a:off x="5800785" y="9249947"/>
            <a:ext cx="153395" cy="1"/>
          </a:xfrm>
          <a:prstGeom prst="line">
            <a:avLst/>
          </a:prstGeom>
          <a:ln w="51131">
            <a:solidFill>
              <a:srgbClr val="00000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97" name="bg object 96"/>
          <p:cNvSpPr/>
          <p:nvPr/>
        </p:nvSpPr>
        <p:spPr>
          <a:xfrm>
            <a:off x="6005310" y="9249947"/>
            <a:ext cx="51132" cy="1"/>
          </a:xfrm>
          <a:prstGeom prst="line">
            <a:avLst/>
          </a:prstGeom>
          <a:ln w="51131">
            <a:solidFill>
              <a:srgbClr val="00000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98" name="bg object 97"/>
          <p:cNvSpPr/>
          <p:nvPr/>
        </p:nvSpPr>
        <p:spPr>
          <a:xfrm>
            <a:off x="6209836" y="9249947"/>
            <a:ext cx="306790" cy="1"/>
          </a:xfrm>
          <a:prstGeom prst="line">
            <a:avLst/>
          </a:prstGeom>
          <a:ln w="51131">
            <a:solidFill>
              <a:srgbClr val="00000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99" name="bg object 98"/>
          <p:cNvSpPr/>
          <p:nvPr/>
        </p:nvSpPr>
        <p:spPr>
          <a:xfrm>
            <a:off x="6567758" y="9249947"/>
            <a:ext cx="51133" cy="1"/>
          </a:xfrm>
          <a:prstGeom prst="line">
            <a:avLst/>
          </a:prstGeom>
          <a:ln w="51131">
            <a:solidFill>
              <a:srgbClr val="00000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00" name="bg object 99"/>
          <p:cNvSpPr/>
          <p:nvPr/>
        </p:nvSpPr>
        <p:spPr>
          <a:xfrm>
            <a:off x="5596259" y="9301078"/>
            <a:ext cx="51132" cy="1"/>
          </a:xfrm>
          <a:prstGeom prst="line">
            <a:avLst/>
          </a:prstGeom>
          <a:ln w="51131">
            <a:solidFill>
              <a:srgbClr val="00000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01" name="bg object 100"/>
          <p:cNvSpPr/>
          <p:nvPr/>
        </p:nvSpPr>
        <p:spPr>
          <a:xfrm>
            <a:off x="5749652" y="9301078"/>
            <a:ext cx="51132" cy="1"/>
          </a:xfrm>
          <a:prstGeom prst="line">
            <a:avLst/>
          </a:prstGeom>
          <a:ln w="51131">
            <a:solidFill>
              <a:srgbClr val="00000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02" name="bg object 101"/>
          <p:cNvSpPr/>
          <p:nvPr/>
        </p:nvSpPr>
        <p:spPr>
          <a:xfrm>
            <a:off x="5851916" y="9301078"/>
            <a:ext cx="306791" cy="1"/>
          </a:xfrm>
          <a:prstGeom prst="line">
            <a:avLst/>
          </a:prstGeom>
          <a:ln w="51131">
            <a:solidFill>
              <a:srgbClr val="00000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03" name="bg object 102"/>
          <p:cNvSpPr/>
          <p:nvPr/>
        </p:nvSpPr>
        <p:spPr>
          <a:xfrm>
            <a:off x="6209836" y="9301078"/>
            <a:ext cx="51132" cy="1"/>
          </a:xfrm>
          <a:prstGeom prst="line">
            <a:avLst/>
          </a:prstGeom>
          <a:ln w="51131">
            <a:solidFill>
              <a:srgbClr val="00000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04" name="bg object 103"/>
          <p:cNvSpPr/>
          <p:nvPr/>
        </p:nvSpPr>
        <p:spPr>
          <a:xfrm>
            <a:off x="6414363" y="9301078"/>
            <a:ext cx="153395" cy="1"/>
          </a:xfrm>
          <a:prstGeom prst="line">
            <a:avLst/>
          </a:prstGeom>
          <a:ln w="51131">
            <a:solidFill>
              <a:srgbClr val="00000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05" name="bg object 104"/>
          <p:cNvSpPr/>
          <p:nvPr/>
        </p:nvSpPr>
        <p:spPr>
          <a:xfrm>
            <a:off x="6618889" y="9301078"/>
            <a:ext cx="51133" cy="1"/>
          </a:xfrm>
          <a:prstGeom prst="line">
            <a:avLst/>
          </a:prstGeom>
          <a:ln w="51131">
            <a:solidFill>
              <a:srgbClr val="00000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06" name="bg object 105"/>
          <p:cNvSpPr/>
          <p:nvPr/>
        </p:nvSpPr>
        <p:spPr>
          <a:xfrm>
            <a:off x="5187205" y="9352211"/>
            <a:ext cx="357922" cy="1"/>
          </a:xfrm>
          <a:prstGeom prst="line">
            <a:avLst/>
          </a:prstGeom>
          <a:ln w="51131">
            <a:solidFill>
              <a:srgbClr val="00000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07" name="bg object 106"/>
          <p:cNvSpPr/>
          <p:nvPr/>
        </p:nvSpPr>
        <p:spPr>
          <a:xfrm>
            <a:off x="5596259" y="9352211"/>
            <a:ext cx="51132" cy="1"/>
          </a:xfrm>
          <a:prstGeom prst="line">
            <a:avLst/>
          </a:prstGeom>
          <a:ln w="51131">
            <a:solidFill>
              <a:srgbClr val="00000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08" name="bg object 107"/>
          <p:cNvSpPr/>
          <p:nvPr/>
        </p:nvSpPr>
        <p:spPr>
          <a:xfrm>
            <a:off x="5698521" y="9352211"/>
            <a:ext cx="153395" cy="1"/>
          </a:xfrm>
          <a:prstGeom prst="line">
            <a:avLst/>
          </a:prstGeom>
          <a:ln w="51131">
            <a:solidFill>
              <a:srgbClr val="00000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09" name="bg object 108"/>
          <p:cNvSpPr/>
          <p:nvPr/>
        </p:nvSpPr>
        <p:spPr>
          <a:xfrm>
            <a:off x="5954178" y="9352211"/>
            <a:ext cx="51132" cy="1"/>
          </a:xfrm>
          <a:prstGeom prst="line">
            <a:avLst/>
          </a:prstGeom>
          <a:ln w="51131">
            <a:solidFill>
              <a:srgbClr val="00000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10" name="bg object 109"/>
          <p:cNvSpPr/>
          <p:nvPr/>
        </p:nvSpPr>
        <p:spPr>
          <a:xfrm>
            <a:off x="6056441" y="9352211"/>
            <a:ext cx="102264" cy="1"/>
          </a:xfrm>
          <a:prstGeom prst="line">
            <a:avLst/>
          </a:prstGeom>
          <a:ln w="51131">
            <a:solidFill>
              <a:srgbClr val="00000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11" name="bg object 110"/>
          <p:cNvSpPr/>
          <p:nvPr/>
        </p:nvSpPr>
        <p:spPr>
          <a:xfrm>
            <a:off x="6209836" y="9352211"/>
            <a:ext cx="51132" cy="1"/>
          </a:xfrm>
          <a:prstGeom prst="line">
            <a:avLst/>
          </a:prstGeom>
          <a:ln w="51131">
            <a:solidFill>
              <a:srgbClr val="00000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12" name="bg object 111"/>
          <p:cNvSpPr/>
          <p:nvPr/>
        </p:nvSpPr>
        <p:spPr>
          <a:xfrm>
            <a:off x="6312099" y="9352211"/>
            <a:ext cx="51132" cy="1"/>
          </a:xfrm>
          <a:prstGeom prst="line">
            <a:avLst/>
          </a:prstGeom>
          <a:ln w="51131">
            <a:solidFill>
              <a:srgbClr val="00000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13" name="bg object 112"/>
          <p:cNvSpPr/>
          <p:nvPr/>
        </p:nvSpPr>
        <p:spPr>
          <a:xfrm>
            <a:off x="6414363" y="9352211"/>
            <a:ext cx="51132" cy="1"/>
          </a:xfrm>
          <a:prstGeom prst="line">
            <a:avLst/>
          </a:prstGeom>
          <a:ln w="51131">
            <a:solidFill>
              <a:srgbClr val="00000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14" name="bg object 113"/>
          <p:cNvSpPr/>
          <p:nvPr/>
        </p:nvSpPr>
        <p:spPr>
          <a:xfrm>
            <a:off x="6618889" y="9352211"/>
            <a:ext cx="51133" cy="1"/>
          </a:xfrm>
          <a:prstGeom prst="line">
            <a:avLst/>
          </a:prstGeom>
          <a:ln w="51131">
            <a:solidFill>
              <a:srgbClr val="00000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15" name="bg object 114"/>
          <p:cNvSpPr/>
          <p:nvPr/>
        </p:nvSpPr>
        <p:spPr>
          <a:xfrm>
            <a:off x="5187205" y="9403342"/>
            <a:ext cx="51132" cy="1"/>
          </a:xfrm>
          <a:prstGeom prst="line">
            <a:avLst/>
          </a:prstGeom>
          <a:ln w="51131">
            <a:solidFill>
              <a:srgbClr val="00000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16" name="bg object 115"/>
          <p:cNvSpPr/>
          <p:nvPr/>
        </p:nvSpPr>
        <p:spPr>
          <a:xfrm>
            <a:off x="5493996" y="9403342"/>
            <a:ext cx="51132" cy="1"/>
          </a:xfrm>
          <a:prstGeom prst="line">
            <a:avLst/>
          </a:prstGeom>
          <a:ln w="51131">
            <a:solidFill>
              <a:srgbClr val="00000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17" name="bg object 116"/>
          <p:cNvSpPr/>
          <p:nvPr/>
        </p:nvSpPr>
        <p:spPr>
          <a:xfrm>
            <a:off x="5749652" y="9403342"/>
            <a:ext cx="51132" cy="1"/>
          </a:xfrm>
          <a:prstGeom prst="line">
            <a:avLst/>
          </a:prstGeom>
          <a:ln w="51131">
            <a:solidFill>
              <a:srgbClr val="00000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18" name="bg object 117"/>
          <p:cNvSpPr/>
          <p:nvPr/>
        </p:nvSpPr>
        <p:spPr>
          <a:xfrm>
            <a:off x="5851916" y="9403342"/>
            <a:ext cx="51132" cy="1"/>
          </a:xfrm>
          <a:prstGeom prst="line">
            <a:avLst/>
          </a:prstGeom>
          <a:ln w="51131">
            <a:solidFill>
              <a:srgbClr val="00000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19" name="bg object 118"/>
          <p:cNvSpPr/>
          <p:nvPr/>
        </p:nvSpPr>
        <p:spPr>
          <a:xfrm>
            <a:off x="5954178" y="9403342"/>
            <a:ext cx="102264" cy="1"/>
          </a:xfrm>
          <a:prstGeom prst="line">
            <a:avLst/>
          </a:prstGeom>
          <a:ln w="51131">
            <a:solidFill>
              <a:srgbClr val="00000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20" name="bg object 119"/>
          <p:cNvSpPr/>
          <p:nvPr/>
        </p:nvSpPr>
        <p:spPr>
          <a:xfrm>
            <a:off x="6107574" y="9403342"/>
            <a:ext cx="153395" cy="1"/>
          </a:xfrm>
          <a:prstGeom prst="line">
            <a:avLst/>
          </a:prstGeom>
          <a:ln w="51131">
            <a:solidFill>
              <a:srgbClr val="00000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21" name="bg object 120"/>
          <p:cNvSpPr/>
          <p:nvPr/>
        </p:nvSpPr>
        <p:spPr>
          <a:xfrm>
            <a:off x="6414363" y="9403342"/>
            <a:ext cx="51132" cy="1"/>
          </a:xfrm>
          <a:prstGeom prst="line">
            <a:avLst/>
          </a:prstGeom>
          <a:ln w="51131">
            <a:solidFill>
              <a:srgbClr val="00000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22" name="bg object 121"/>
          <p:cNvSpPr/>
          <p:nvPr/>
        </p:nvSpPr>
        <p:spPr>
          <a:xfrm>
            <a:off x="6567758" y="9403342"/>
            <a:ext cx="51133" cy="1"/>
          </a:xfrm>
          <a:prstGeom prst="line">
            <a:avLst/>
          </a:prstGeom>
          <a:ln w="51131">
            <a:solidFill>
              <a:srgbClr val="00000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23" name="bg object 122"/>
          <p:cNvSpPr/>
          <p:nvPr/>
        </p:nvSpPr>
        <p:spPr>
          <a:xfrm>
            <a:off x="5187205" y="9454474"/>
            <a:ext cx="51132" cy="1"/>
          </a:xfrm>
          <a:prstGeom prst="line">
            <a:avLst/>
          </a:prstGeom>
          <a:ln w="51131">
            <a:solidFill>
              <a:srgbClr val="00000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24" name="bg object 123"/>
          <p:cNvSpPr/>
          <p:nvPr/>
        </p:nvSpPr>
        <p:spPr>
          <a:xfrm>
            <a:off x="5289468" y="9428908"/>
            <a:ext cx="153395" cy="51133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25" name="bg object 124"/>
          <p:cNvSpPr/>
          <p:nvPr/>
        </p:nvSpPr>
        <p:spPr>
          <a:xfrm>
            <a:off x="5493996" y="9454474"/>
            <a:ext cx="51132" cy="1"/>
          </a:xfrm>
          <a:prstGeom prst="line">
            <a:avLst/>
          </a:prstGeom>
          <a:ln w="51131">
            <a:solidFill>
              <a:srgbClr val="00000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26" name="bg object 125"/>
          <p:cNvSpPr/>
          <p:nvPr/>
        </p:nvSpPr>
        <p:spPr>
          <a:xfrm>
            <a:off x="5698521" y="9454474"/>
            <a:ext cx="51132" cy="1"/>
          </a:xfrm>
          <a:prstGeom prst="line">
            <a:avLst/>
          </a:prstGeom>
          <a:ln w="51131">
            <a:solidFill>
              <a:srgbClr val="00000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27" name="bg object 126"/>
          <p:cNvSpPr/>
          <p:nvPr/>
        </p:nvSpPr>
        <p:spPr>
          <a:xfrm>
            <a:off x="5851916" y="9454474"/>
            <a:ext cx="51132" cy="1"/>
          </a:xfrm>
          <a:prstGeom prst="line">
            <a:avLst/>
          </a:prstGeom>
          <a:ln w="51131">
            <a:solidFill>
              <a:srgbClr val="00000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28" name="bg object 127"/>
          <p:cNvSpPr/>
          <p:nvPr/>
        </p:nvSpPr>
        <p:spPr>
          <a:xfrm>
            <a:off x="6005310" y="9454474"/>
            <a:ext cx="51132" cy="1"/>
          </a:xfrm>
          <a:prstGeom prst="line">
            <a:avLst/>
          </a:prstGeom>
          <a:ln w="51131">
            <a:solidFill>
              <a:srgbClr val="00000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29" name="bg object 128"/>
          <p:cNvSpPr/>
          <p:nvPr/>
        </p:nvSpPr>
        <p:spPr>
          <a:xfrm>
            <a:off x="6107574" y="9454474"/>
            <a:ext cx="409053" cy="1"/>
          </a:xfrm>
          <a:prstGeom prst="line">
            <a:avLst/>
          </a:prstGeom>
          <a:ln w="51131">
            <a:solidFill>
              <a:srgbClr val="00000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30" name="bg object 129"/>
          <p:cNvSpPr/>
          <p:nvPr/>
        </p:nvSpPr>
        <p:spPr>
          <a:xfrm>
            <a:off x="6567758" y="9454474"/>
            <a:ext cx="102264" cy="1"/>
          </a:xfrm>
          <a:prstGeom prst="line">
            <a:avLst/>
          </a:prstGeom>
          <a:ln w="51131">
            <a:solidFill>
              <a:srgbClr val="00000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31" name="bg object 130"/>
          <p:cNvSpPr/>
          <p:nvPr/>
        </p:nvSpPr>
        <p:spPr>
          <a:xfrm>
            <a:off x="5187205" y="9505605"/>
            <a:ext cx="51132" cy="1"/>
          </a:xfrm>
          <a:prstGeom prst="line">
            <a:avLst/>
          </a:prstGeom>
          <a:ln w="51131">
            <a:solidFill>
              <a:srgbClr val="00000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32" name="bg object 131"/>
          <p:cNvSpPr/>
          <p:nvPr/>
        </p:nvSpPr>
        <p:spPr>
          <a:xfrm>
            <a:off x="5289468" y="9480039"/>
            <a:ext cx="153395" cy="51133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33" name="bg object 132"/>
          <p:cNvSpPr/>
          <p:nvPr/>
        </p:nvSpPr>
        <p:spPr>
          <a:xfrm>
            <a:off x="5493996" y="9505605"/>
            <a:ext cx="51132" cy="1"/>
          </a:xfrm>
          <a:prstGeom prst="line">
            <a:avLst/>
          </a:prstGeom>
          <a:ln w="51131">
            <a:solidFill>
              <a:srgbClr val="00000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34" name="bg object 133"/>
          <p:cNvSpPr/>
          <p:nvPr/>
        </p:nvSpPr>
        <p:spPr>
          <a:xfrm>
            <a:off x="5749652" y="9505605"/>
            <a:ext cx="153395" cy="1"/>
          </a:xfrm>
          <a:prstGeom prst="line">
            <a:avLst/>
          </a:prstGeom>
          <a:ln w="51131">
            <a:solidFill>
              <a:srgbClr val="00000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35" name="bg object 134"/>
          <p:cNvSpPr/>
          <p:nvPr/>
        </p:nvSpPr>
        <p:spPr>
          <a:xfrm>
            <a:off x="5954178" y="9505605"/>
            <a:ext cx="153395" cy="1"/>
          </a:xfrm>
          <a:prstGeom prst="line">
            <a:avLst/>
          </a:prstGeom>
          <a:ln w="51131">
            <a:solidFill>
              <a:srgbClr val="00000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36" name="bg object 135"/>
          <p:cNvSpPr/>
          <p:nvPr/>
        </p:nvSpPr>
        <p:spPr>
          <a:xfrm>
            <a:off x="6158705" y="9505605"/>
            <a:ext cx="51132" cy="1"/>
          </a:xfrm>
          <a:prstGeom prst="line">
            <a:avLst/>
          </a:prstGeom>
          <a:ln w="51131">
            <a:solidFill>
              <a:srgbClr val="00000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37" name="bg object 136"/>
          <p:cNvSpPr/>
          <p:nvPr/>
        </p:nvSpPr>
        <p:spPr>
          <a:xfrm>
            <a:off x="6260969" y="9505605"/>
            <a:ext cx="51132" cy="1"/>
          </a:xfrm>
          <a:prstGeom prst="line">
            <a:avLst/>
          </a:prstGeom>
          <a:ln w="51131">
            <a:solidFill>
              <a:srgbClr val="00000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38" name="bg object 137"/>
          <p:cNvSpPr/>
          <p:nvPr/>
        </p:nvSpPr>
        <p:spPr>
          <a:xfrm>
            <a:off x="6363230" y="9505605"/>
            <a:ext cx="204527" cy="1"/>
          </a:xfrm>
          <a:prstGeom prst="line">
            <a:avLst/>
          </a:prstGeom>
          <a:ln w="51131">
            <a:solidFill>
              <a:srgbClr val="00000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39" name="bg object 138"/>
          <p:cNvSpPr/>
          <p:nvPr/>
        </p:nvSpPr>
        <p:spPr>
          <a:xfrm>
            <a:off x="6618889" y="9505605"/>
            <a:ext cx="51133" cy="1"/>
          </a:xfrm>
          <a:prstGeom prst="line">
            <a:avLst/>
          </a:prstGeom>
          <a:ln w="51131">
            <a:solidFill>
              <a:srgbClr val="00000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40" name="bg object 139"/>
          <p:cNvSpPr/>
          <p:nvPr/>
        </p:nvSpPr>
        <p:spPr>
          <a:xfrm>
            <a:off x="5187205" y="9556736"/>
            <a:ext cx="51132" cy="1"/>
          </a:xfrm>
          <a:prstGeom prst="line">
            <a:avLst/>
          </a:prstGeom>
          <a:ln w="51131">
            <a:solidFill>
              <a:srgbClr val="00000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41" name="bg object 140"/>
          <p:cNvSpPr/>
          <p:nvPr/>
        </p:nvSpPr>
        <p:spPr>
          <a:xfrm>
            <a:off x="5289468" y="9531170"/>
            <a:ext cx="153395" cy="51133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42" name="bg object 141"/>
          <p:cNvSpPr/>
          <p:nvPr/>
        </p:nvSpPr>
        <p:spPr>
          <a:xfrm>
            <a:off x="5493996" y="9556736"/>
            <a:ext cx="51132" cy="1"/>
          </a:xfrm>
          <a:prstGeom prst="line">
            <a:avLst/>
          </a:prstGeom>
          <a:ln w="51131">
            <a:solidFill>
              <a:srgbClr val="00000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43" name="bg object 142"/>
          <p:cNvSpPr/>
          <p:nvPr/>
        </p:nvSpPr>
        <p:spPr>
          <a:xfrm>
            <a:off x="5596259" y="9556736"/>
            <a:ext cx="204527" cy="1"/>
          </a:xfrm>
          <a:prstGeom prst="line">
            <a:avLst/>
          </a:prstGeom>
          <a:ln w="51131">
            <a:solidFill>
              <a:srgbClr val="00000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44" name="bg object 143"/>
          <p:cNvSpPr/>
          <p:nvPr/>
        </p:nvSpPr>
        <p:spPr>
          <a:xfrm>
            <a:off x="5954178" y="9556736"/>
            <a:ext cx="51132" cy="1"/>
          </a:xfrm>
          <a:prstGeom prst="line">
            <a:avLst/>
          </a:prstGeom>
          <a:ln w="51131">
            <a:solidFill>
              <a:srgbClr val="00000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45" name="bg object 144"/>
          <p:cNvSpPr/>
          <p:nvPr/>
        </p:nvSpPr>
        <p:spPr>
          <a:xfrm>
            <a:off x="6158705" y="9556736"/>
            <a:ext cx="51132" cy="1"/>
          </a:xfrm>
          <a:prstGeom prst="line">
            <a:avLst/>
          </a:prstGeom>
          <a:ln w="51131">
            <a:solidFill>
              <a:srgbClr val="00000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46" name="bg object 145"/>
          <p:cNvSpPr/>
          <p:nvPr/>
        </p:nvSpPr>
        <p:spPr>
          <a:xfrm>
            <a:off x="6260969" y="9556736"/>
            <a:ext cx="51132" cy="1"/>
          </a:xfrm>
          <a:prstGeom prst="line">
            <a:avLst/>
          </a:prstGeom>
          <a:ln w="51131">
            <a:solidFill>
              <a:srgbClr val="00000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47" name="bg object 146"/>
          <p:cNvSpPr/>
          <p:nvPr/>
        </p:nvSpPr>
        <p:spPr>
          <a:xfrm>
            <a:off x="6414363" y="9556736"/>
            <a:ext cx="51132" cy="1"/>
          </a:xfrm>
          <a:prstGeom prst="line">
            <a:avLst/>
          </a:prstGeom>
          <a:ln w="51131">
            <a:solidFill>
              <a:srgbClr val="00000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48" name="bg object 147"/>
          <p:cNvSpPr/>
          <p:nvPr/>
        </p:nvSpPr>
        <p:spPr>
          <a:xfrm>
            <a:off x="6567758" y="9556736"/>
            <a:ext cx="102264" cy="1"/>
          </a:xfrm>
          <a:prstGeom prst="line">
            <a:avLst/>
          </a:prstGeom>
          <a:ln w="51131">
            <a:solidFill>
              <a:srgbClr val="00000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49" name="bg object 148"/>
          <p:cNvSpPr/>
          <p:nvPr/>
        </p:nvSpPr>
        <p:spPr>
          <a:xfrm>
            <a:off x="5187205" y="9607867"/>
            <a:ext cx="51132" cy="1"/>
          </a:xfrm>
          <a:prstGeom prst="line">
            <a:avLst/>
          </a:prstGeom>
          <a:ln w="51131">
            <a:solidFill>
              <a:srgbClr val="00000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50" name="bg object 149"/>
          <p:cNvSpPr/>
          <p:nvPr/>
        </p:nvSpPr>
        <p:spPr>
          <a:xfrm>
            <a:off x="5493996" y="9607867"/>
            <a:ext cx="51132" cy="1"/>
          </a:xfrm>
          <a:prstGeom prst="line">
            <a:avLst/>
          </a:prstGeom>
          <a:ln w="51131">
            <a:solidFill>
              <a:srgbClr val="00000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51" name="bg object 150"/>
          <p:cNvSpPr/>
          <p:nvPr/>
        </p:nvSpPr>
        <p:spPr>
          <a:xfrm>
            <a:off x="5698521" y="9607867"/>
            <a:ext cx="51132" cy="1"/>
          </a:xfrm>
          <a:prstGeom prst="line">
            <a:avLst/>
          </a:prstGeom>
          <a:ln w="51131">
            <a:solidFill>
              <a:srgbClr val="00000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52" name="bg object 151"/>
          <p:cNvSpPr/>
          <p:nvPr/>
        </p:nvSpPr>
        <p:spPr>
          <a:xfrm>
            <a:off x="5800785" y="9607867"/>
            <a:ext cx="204527" cy="1"/>
          </a:xfrm>
          <a:prstGeom prst="line">
            <a:avLst/>
          </a:prstGeom>
          <a:ln w="51131">
            <a:solidFill>
              <a:srgbClr val="00000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53" name="bg object 152"/>
          <p:cNvSpPr/>
          <p:nvPr/>
        </p:nvSpPr>
        <p:spPr>
          <a:xfrm>
            <a:off x="6209836" y="9607867"/>
            <a:ext cx="51132" cy="1"/>
          </a:xfrm>
          <a:prstGeom prst="line">
            <a:avLst/>
          </a:prstGeom>
          <a:ln w="51131">
            <a:solidFill>
              <a:srgbClr val="00000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54" name="bg object 153"/>
          <p:cNvSpPr/>
          <p:nvPr/>
        </p:nvSpPr>
        <p:spPr>
          <a:xfrm>
            <a:off x="6363230" y="9607867"/>
            <a:ext cx="153395" cy="1"/>
          </a:xfrm>
          <a:prstGeom prst="line">
            <a:avLst/>
          </a:prstGeom>
          <a:ln w="51131">
            <a:solidFill>
              <a:srgbClr val="00000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55" name="bg object 154"/>
          <p:cNvSpPr/>
          <p:nvPr/>
        </p:nvSpPr>
        <p:spPr>
          <a:xfrm>
            <a:off x="5187205" y="9659000"/>
            <a:ext cx="357922" cy="1"/>
          </a:xfrm>
          <a:prstGeom prst="line">
            <a:avLst/>
          </a:prstGeom>
          <a:ln w="51131">
            <a:solidFill>
              <a:srgbClr val="00000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56" name="bg object 155"/>
          <p:cNvSpPr/>
          <p:nvPr/>
        </p:nvSpPr>
        <p:spPr>
          <a:xfrm>
            <a:off x="5596259" y="9659000"/>
            <a:ext cx="51132" cy="1"/>
          </a:xfrm>
          <a:prstGeom prst="line">
            <a:avLst/>
          </a:prstGeom>
          <a:ln w="51131">
            <a:solidFill>
              <a:srgbClr val="00000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57" name="bg object 156"/>
          <p:cNvSpPr/>
          <p:nvPr/>
        </p:nvSpPr>
        <p:spPr>
          <a:xfrm>
            <a:off x="5851916" y="9659000"/>
            <a:ext cx="204527" cy="1"/>
          </a:xfrm>
          <a:prstGeom prst="line">
            <a:avLst/>
          </a:prstGeom>
          <a:ln w="51131">
            <a:solidFill>
              <a:srgbClr val="00000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58" name="bg object 157"/>
          <p:cNvSpPr/>
          <p:nvPr/>
        </p:nvSpPr>
        <p:spPr>
          <a:xfrm>
            <a:off x="6209836" y="9659000"/>
            <a:ext cx="51132" cy="1"/>
          </a:xfrm>
          <a:prstGeom prst="line">
            <a:avLst/>
          </a:prstGeom>
          <a:ln w="51131">
            <a:solidFill>
              <a:srgbClr val="00000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59" name="bg object 158"/>
          <p:cNvSpPr/>
          <p:nvPr/>
        </p:nvSpPr>
        <p:spPr>
          <a:xfrm>
            <a:off x="6312099" y="9659000"/>
            <a:ext cx="51132" cy="1"/>
          </a:xfrm>
          <a:prstGeom prst="line">
            <a:avLst/>
          </a:prstGeom>
          <a:ln w="51131">
            <a:solidFill>
              <a:srgbClr val="00000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60" name="bg object 159"/>
          <p:cNvSpPr/>
          <p:nvPr/>
        </p:nvSpPr>
        <p:spPr>
          <a:xfrm>
            <a:off x="6414363" y="9659000"/>
            <a:ext cx="51132" cy="1"/>
          </a:xfrm>
          <a:prstGeom prst="line">
            <a:avLst/>
          </a:prstGeom>
          <a:ln w="51131">
            <a:solidFill>
              <a:srgbClr val="00000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61" name="bg object 160"/>
          <p:cNvSpPr/>
          <p:nvPr/>
        </p:nvSpPr>
        <p:spPr>
          <a:xfrm>
            <a:off x="6618889" y="9659000"/>
            <a:ext cx="51133" cy="1"/>
          </a:xfrm>
          <a:prstGeom prst="line">
            <a:avLst/>
          </a:prstGeom>
          <a:ln w="51131">
            <a:solidFill>
              <a:srgbClr val="000000"/>
            </a:solidFill>
          </a:ln>
        </p:spPr>
        <p:txBody>
          <a:bodyPr lIns="45719" rIns="45719"/>
          <a:lstStyle/>
          <a:p>
            <a:pPr/>
          </a:p>
        </p:txBody>
      </p:sp>
      <p:pic>
        <p:nvPicPr>
          <p:cNvPr id="362" name="bg object 161" descr="bg object 161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2303382" y="530349"/>
            <a:ext cx="2955229" cy="448051"/>
          </a:xfrm>
          <a:prstGeom prst="rect">
            <a:avLst/>
          </a:prstGeom>
          <a:ln w="12700">
            <a:miter lim="400000"/>
          </a:ln>
        </p:spPr>
      </p:pic>
      <p:pic>
        <p:nvPicPr>
          <p:cNvPr id="363" name="bg object 162" descr="bg object 162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59464" y="9740217"/>
            <a:ext cx="600580" cy="619645"/>
          </a:xfrm>
          <a:prstGeom prst="rect">
            <a:avLst/>
          </a:prstGeom>
          <a:ln w="12700">
            <a:miter lim="400000"/>
          </a:ln>
        </p:spPr>
      </p:pic>
      <p:pic>
        <p:nvPicPr>
          <p:cNvPr id="364" name="bg object 163" descr="bg object 163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950821" y="3236975"/>
            <a:ext cx="5595869" cy="3174488"/>
          </a:xfrm>
          <a:prstGeom prst="rect">
            <a:avLst/>
          </a:prstGeom>
          <a:ln w="12700">
            <a:miter lim="400000"/>
          </a:ln>
        </p:spPr>
      </p:pic>
      <p:sp>
        <p:nvSpPr>
          <p:cNvPr id="365" name="bg object 164"/>
          <p:cNvSpPr/>
          <p:nvPr/>
        </p:nvSpPr>
        <p:spPr>
          <a:xfrm>
            <a:off x="2976447" y="3692873"/>
            <a:ext cx="341603" cy="4687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5282" y="21402"/>
                </a:moveTo>
                <a:lnTo>
                  <a:pt x="12256" y="21600"/>
                </a:lnTo>
                <a:lnTo>
                  <a:pt x="10504" y="20537"/>
                </a:lnTo>
                <a:lnTo>
                  <a:pt x="9344" y="18763"/>
                </a:lnTo>
                <a:lnTo>
                  <a:pt x="8097" y="16829"/>
                </a:lnTo>
                <a:lnTo>
                  <a:pt x="6068" y="15071"/>
                </a:lnTo>
                <a:lnTo>
                  <a:pt x="3777" y="13673"/>
                </a:lnTo>
                <a:lnTo>
                  <a:pt x="1711" y="12181"/>
                </a:lnTo>
                <a:lnTo>
                  <a:pt x="359" y="10138"/>
                </a:lnTo>
                <a:lnTo>
                  <a:pt x="0" y="8624"/>
                </a:lnTo>
                <a:lnTo>
                  <a:pt x="15" y="6926"/>
                </a:lnTo>
                <a:lnTo>
                  <a:pt x="637" y="5145"/>
                </a:lnTo>
                <a:lnTo>
                  <a:pt x="2100" y="3380"/>
                </a:lnTo>
                <a:lnTo>
                  <a:pt x="4204" y="1951"/>
                </a:lnTo>
                <a:lnTo>
                  <a:pt x="6313" y="975"/>
                </a:lnTo>
                <a:lnTo>
                  <a:pt x="8621" y="288"/>
                </a:lnTo>
                <a:lnTo>
                  <a:pt x="11027" y="0"/>
                </a:lnTo>
                <a:lnTo>
                  <a:pt x="13433" y="222"/>
                </a:lnTo>
                <a:lnTo>
                  <a:pt x="15639" y="967"/>
                </a:lnTo>
                <a:lnTo>
                  <a:pt x="17684" y="2076"/>
                </a:lnTo>
                <a:lnTo>
                  <a:pt x="19962" y="3973"/>
                </a:lnTo>
                <a:lnTo>
                  <a:pt x="21351" y="6279"/>
                </a:lnTo>
                <a:lnTo>
                  <a:pt x="21600" y="7532"/>
                </a:lnTo>
                <a:lnTo>
                  <a:pt x="21510" y="8789"/>
                </a:lnTo>
                <a:lnTo>
                  <a:pt x="21052" y="10000"/>
                </a:lnTo>
                <a:lnTo>
                  <a:pt x="20170" y="11217"/>
                </a:lnTo>
                <a:lnTo>
                  <a:pt x="19122" y="12376"/>
                </a:lnTo>
                <a:lnTo>
                  <a:pt x="18179" y="13558"/>
                </a:lnTo>
                <a:lnTo>
                  <a:pt x="17612" y="14839"/>
                </a:lnTo>
                <a:lnTo>
                  <a:pt x="17607" y="16133"/>
                </a:lnTo>
                <a:lnTo>
                  <a:pt x="17950" y="17423"/>
                </a:lnTo>
                <a:lnTo>
                  <a:pt x="18356" y="18717"/>
                </a:lnTo>
                <a:lnTo>
                  <a:pt x="18539" y="20022"/>
                </a:lnTo>
                <a:lnTo>
                  <a:pt x="18536" y="20176"/>
                </a:lnTo>
                <a:lnTo>
                  <a:pt x="18519" y="20336"/>
                </a:lnTo>
                <a:lnTo>
                  <a:pt x="18261" y="20620"/>
                </a:lnTo>
                <a:lnTo>
                  <a:pt x="18004" y="20692"/>
                </a:lnTo>
                <a:lnTo>
                  <a:pt x="15282" y="21402"/>
                </a:lnTo>
                <a:close/>
              </a:path>
            </a:pathLst>
          </a:custGeom>
          <a:solidFill>
            <a:srgbClr val="F9B346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66" name="bg object 165"/>
          <p:cNvSpPr/>
          <p:nvPr/>
        </p:nvSpPr>
        <p:spPr>
          <a:xfrm>
            <a:off x="3109323" y="4032320"/>
            <a:ext cx="183215" cy="19749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3205" y="21395"/>
                </a:moveTo>
                <a:lnTo>
                  <a:pt x="12155" y="21587"/>
                </a:lnTo>
                <a:lnTo>
                  <a:pt x="11089" y="21600"/>
                </a:lnTo>
                <a:lnTo>
                  <a:pt x="10528" y="21551"/>
                </a:lnTo>
                <a:lnTo>
                  <a:pt x="9927" y="21376"/>
                </a:lnTo>
                <a:lnTo>
                  <a:pt x="9314" y="20513"/>
                </a:lnTo>
                <a:lnTo>
                  <a:pt x="9361" y="19957"/>
                </a:lnTo>
                <a:lnTo>
                  <a:pt x="8921" y="18634"/>
                </a:lnTo>
                <a:lnTo>
                  <a:pt x="8196" y="19303"/>
                </a:lnTo>
                <a:lnTo>
                  <a:pt x="6453" y="18636"/>
                </a:lnTo>
                <a:lnTo>
                  <a:pt x="5514" y="18435"/>
                </a:lnTo>
                <a:lnTo>
                  <a:pt x="2163" y="14162"/>
                </a:lnTo>
                <a:lnTo>
                  <a:pt x="1601" y="12692"/>
                </a:lnTo>
                <a:lnTo>
                  <a:pt x="726" y="10652"/>
                </a:lnTo>
                <a:lnTo>
                  <a:pt x="0" y="8348"/>
                </a:lnTo>
                <a:lnTo>
                  <a:pt x="55" y="6132"/>
                </a:lnTo>
                <a:lnTo>
                  <a:pt x="1521" y="4356"/>
                </a:lnTo>
                <a:lnTo>
                  <a:pt x="2277" y="4033"/>
                </a:lnTo>
                <a:lnTo>
                  <a:pt x="3110" y="3863"/>
                </a:lnTo>
                <a:lnTo>
                  <a:pt x="3966" y="3766"/>
                </a:lnTo>
                <a:lnTo>
                  <a:pt x="4794" y="3665"/>
                </a:lnTo>
                <a:lnTo>
                  <a:pt x="12180" y="1766"/>
                </a:lnTo>
                <a:lnTo>
                  <a:pt x="17397" y="168"/>
                </a:lnTo>
                <a:lnTo>
                  <a:pt x="17660" y="82"/>
                </a:lnTo>
                <a:lnTo>
                  <a:pt x="17976" y="0"/>
                </a:lnTo>
                <a:lnTo>
                  <a:pt x="18360" y="255"/>
                </a:lnTo>
                <a:lnTo>
                  <a:pt x="18428" y="436"/>
                </a:lnTo>
                <a:lnTo>
                  <a:pt x="21319" y="8985"/>
                </a:lnTo>
                <a:lnTo>
                  <a:pt x="21600" y="9835"/>
                </a:lnTo>
                <a:lnTo>
                  <a:pt x="21517" y="10695"/>
                </a:lnTo>
                <a:lnTo>
                  <a:pt x="20944" y="12340"/>
                </a:lnTo>
                <a:lnTo>
                  <a:pt x="18836" y="15345"/>
                </a:lnTo>
                <a:lnTo>
                  <a:pt x="18275" y="16990"/>
                </a:lnTo>
                <a:lnTo>
                  <a:pt x="18203" y="17829"/>
                </a:lnTo>
                <a:lnTo>
                  <a:pt x="18337" y="17475"/>
                </a:lnTo>
                <a:lnTo>
                  <a:pt x="18103" y="18288"/>
                </a:lnTo>
                <a:lnTo>
                  <a:pt x="14233" y="21078"/>
                </a:lnTo>
                <a:lnTo>
                  <a:pt x="13205" y="21395"/>
                </a:lnTo>
                <a:close/>
              </a:path>
            </a:pathLst>
          </a:custGeom>
          <a:solidFill>
            <a:srgbClr val="CADEDE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grpSp>
        <p:nvGrpSpPr>
          <p:cNvPr id="377" name="bg object 166"/>
          <p:cNvGrpSpPr/>
          <p:nvPr/>
        </p:nvGrpSpPr>
        <p:grpSpPr>
          <a:xfrm>
            <a:off x="2894425" y="3600541"/>
            <a:ext cx="427531" cy="574770"/>
            <a:chOff x="0" y="0"/>
            <a:chExt cx="427530" cy="574768"/>
          </a:xfrm>
        </p:grpSpPr>
        <p:sp>
          <p:nvSpPr>
            <p:cNvPr id="367" name="Línea"/>
            <p:cNvSpPr/>
            <p:nvPr/>
          </p:nvSpPr>
          <p:spPr>
            <a:xfrm>
              <a:off x="203777" y="311423"/>
              <a:ext cx="108658" cy="14311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3260" y="21600"/>
                  </a:moveTo>
                  <a:lnTo>
                    <a:pt x="11333" y="17447"/>
                  </a:lnTo>
                  <a:lnTo>
                    <a:pt x="8488" y="13592"/>
                  </a:lnTo>
                  <a:lnTo>
                    <a:pt x="5061" y="9954"/>
                  </a:lnTo>
                  <a:lnTo>
                    <a:pt x="1392" y="6454"/>
                  </a:lnTo>
                  <a:lnTo>
                    <a:pt x="649" y="5641"/>
                  </a:lnTo>
                  <a:lnTo>
                    <a:pt x="117" y="4741"/>
                  </a:lnTo>
                  <a:lnTo>
                    <a:pt x="0" y="3858"/>
                  </a:lnTo>
                  <a:lnTo>
                    <a:pt x="504" y="3099"/>
                  </a:lnTo>
                  <a:lnTo>
                    <a:pt x="1170" y="2599"/>
                  </a:lnTo>
                  <a:lnTo>
                    <a:pt x="2286" y="2612"/>
                  </a:lnTo>
                  <a:lnTo>
                    <a:pt x="5728" y="4899"/>
                  </a:lnTo>
                  <a:lnTo>
                    <a:pt x="6542" y="5475"/>
                  </a:lnTo>
                  <a:lnTo>
                    <a:pt x="10609" y="1212"/>
                  </a:lnTo>
                  <a:lnTo>
                    <a:pt x="11667" y="1807"/>
                  </a:lnTo>
                  <a:lnTo>
                    <a:pt x="12760" y="2419"/>
                  </a:lnTo>
                  <a:lnTo>
                    <a:pt x="15320" y="2879"/>
                  </a:lnTo>
                  <a:lnTo>
                    <a:pt x="16840" y="2633"/>
                  </a:lnTo>
                  <a:lnTo>
                    <a:pt x="17562" y="1797"/>
                  </a:lnTo>
                  <a:lnTo>
                    <a:pt x="17943" y="1359"/>
                  </a:lnTo>
                  <a:lnTo>
                    <a:pt x="18091" y="781"/>
                  </a:lnTo>
                  <a:lnTo>
                    <a:pt x="18652" y="475"/>
                  </a:lnTo>
                  <a:lnTo>
                    <a:pt x="19517" y="0"/>
                  </a:lnTo>
                  <a:lnTo>
                    <a:pt x="20829" y="536"/>
                  </a:lnTo>
                  <a:lnTo>
                    <a:pt x="21600" y="2066"/>
                  </a:lnTo>
                  <a:lnTo>
                    <a:pt x="21340" y="2917"/>
                  </a:lnTo>
                  <a:lnTo>
                    <a:pt x="21078" y="3706"/>
                  </a:lnTo>
                  <a:lnTo>
                    <a:pt x="19819" y="7792"/>
                  </a:lnTo>
                  <a:lnTo>
                    <a:pt x="19006" y="11940"/>
                  </a:lnTo>
                  <a:lnTo>
                    <a:pt x="19088" y="16028"/>
                  </a:lnTo>
                  <a:lnTo>
                    <a:pt x="20516" y="19934"/>
                  </a:lnTo>
                </a:path>
              </a:pathLst>
            </a:custGeom>
            <a:noFill/>
            <a:ln w="12466" cap="flat">
              <a:solidFill>
                <a:srgbClr val="134678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368" name="Línea"/>
            <p:cNvSpPr/>
            <p:nvPr/>
          </p:nvSpPr>
          <p:spPr>
            <a:xfrm>
              <a:off x="0" y="138454"/>
              <a:ext cx="61808" cy="4188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21600"/>
                  </a:moveTo>
                  <a:lnTo>
                    <a:pt x="8026" y="7426"/>
                  </a:lnTo>
                  <a:lnTo>
                    <a:pt x="0" y="354"/>
                  </a:lnTo>
                  <a:lnTo>
                    <a:pt x="516" y="28"/>
                  </a:lnTo>
                  <a:lnTo>
                    <a:pt x="1123" y="0"/>
                  </a:lnTo>
                  <a:lnTo>
                    <a:pt x="1652" y="283"/>
                  </a:lnTo>
                </a:path>
              </a:pathLst>
            </a:custGeom>
            <a:noFill/>
            <a:ln w="12466" cap="flat">
              <a:solidFill>
                <a:srgbClr val="134678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369" name="Línea"/>
            <p:cNvSpPr/>
            <p:nvPr/>
          </p:nvSpPr>
          <p:spPr>
            <a:xfrm>
              <a:off x="87820" y="39863"/>
              <a:ext cx="39739" cy="6218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141" y="21600"/>
                  </a:moveTo>
                  <a:lnTo>
                    <a:pt x="21600" y="21296"/>
                  </a:lnTo>
                  <a:lnTo>
                    <a:pt x="21275" y="20794"/>
                  </a:lnTo>
                  <a:lnTo>
                    <a:pt x="20926" y="20431"/>
                  </a:lnTo>
                  <a:lnTo>
                    <a:pt x="15407" y="15399"/>
                  </a:lnTo>
                  <a:lnTo>
                    <a:pt x="9540" y="10504"/>
                  </a:lnTo>
                  <a:lnTo>
                    <a:pt x="4135" y="5464"/>
                  </a:lnTo>
                  <a:lnTo>
                    <a:pt x="0" y="0"/>
                  </a:lnTo>
                </a:path>
              </a:pathLst>
            </a:custGeom>
            <a:noFill/>
            <a:ln w="12466" cap="flat">
              <a:solidFill>
                <a:srgbClr val="134678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370" name="Línea"/>
            <p:cNvSpPr/>
            <p:nvPr/>
          </p:nvSpPr>
          <p:spPr>
            <a:xfrm>
              <a:off x="199317" y="0"/>
              <a:ext cx="12701" cy="6294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21600"/>
                  </a:moveTo>
                  <a:lnTo>
                    <a:pt x="8831" y="16316"/>
                  </a:lnTo>
                  <a:lnTo>
                    <a:pt x="1613" y="10906"/>
                  </a:lnTo>
                  <a:lnTo>
                    <a:pt x="0" y="5444"/>
                  </a:lnTo>
                  <a:lnTo>
                    <a:pt x="4048" y="0"/>
                  </a:lnTo>
                </a:path>
              </a:pathLst>
            </a:custGeom>
            <a:noFill/>
            <a:ln w="12466" cap="flat">
              <a:solidFill>
                <a:srgbClr val="134678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371" name="Línea"/>
            <p:cNvSpPr/>
            <p:nvPr/>
          </p:nvSpPr>
          <p:spPr>
            <a:xfrm>
              <a:off x="312358" y="4208"/>
              <a:ext cx="19213" cy="6407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4105" y="16164"/>
                  </a:lnTo>
                  <a:lnTo>
                    <a:pt x="8521" y="10752"/>
                  </a:lnTo>
                  <a:lnTo>
                    <a:pt x="13246" y="5364"/>
                  </a:lnTo>
                  <a:lnTo>
                    <a:pt x="18279" y="0"/>
                  </a:lnTo>
                  <a:lnTo>
                    <a:pt x="20366" y="451"/>
                  </a:lnTo>
                  <a:lnTo>
                    <a:pt x="21600" y="1241"/>
                  </a:lnTo>
                  <a:lnTo>
                    <a:pt x="21421" y="2007"/>
                  </a:lnTo>
                </a:path>
              </a:pathLst>
            </a:custGeom>
            <a:noFill/>
            <a:ln w="12466" cap="flat">
              <a:solidFill>
                <a:srgbClr val="134678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372" name="Línea"/>
            <p:cNvSpPr/>
            <p:nvPr/>
          </p:nvSpPr>
          <p:spPr>
            <a:xfrm>
              <a:off x="386950" y="55933"/>
              <a:ext cx="40581" cy="4995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57" y="21195"/>
                  </a:moveTo>
                  <a:lnTo>
                    <a:pt x="0" y="21600"/>
                  </a:lnTo>
                  <a:lnTo>
                    <a:pt x="841" y="21449"/>
                  </a:lnTo>
                  <a:lnTo>
                    <a:pt x="1164" y="21143"/>
                  </a:lnTo>
                  <a:lnTo>
                    <a:pt x="6522" y="16018"/>
                  </a:lnTo>
                  <a:lnTo>
                    <a:pt x="11715" y="10784"/>
                  </a:lnTo>
                  <a:lnTo>
                    <a:pt x="16742" y="5442"/>
                  </a:lnTo>
                  <a:lnTo>
                    <a:pt x="21600" y="0"/>
                  </a:lnTo>
                </a:path>
              </a:pathLst>
            </a:custGeom>
            <a:noFill/>
            <a:ln w="12466" cap="flat">
              <a:solidFill>
                <a:srgbClr val="134678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373" name="Línea"/>
            <p:cNvSpPr/>
            <p:nvPr/>
          </p:nvSpPr>
          <p:spPr>
            <a:xfrm>
              <a:off x="244875" y="562068"/>
              <a:ext cx="49058" cy="1270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5583" y="19782"/>
                  </a:lnTo>
                  <a:lnTo>
                    <a:pt x="11134" y="16470"/>
                  </a:lnTo>
                  <a:lnTo>
                    <a:pt x="16518" y="10324"/>
                  </a:lnTo>
                  <a:lnTo>
                    <a:pt x="21600" y="0"/>
                  </a:lnTo>
                </a:path>
              </a:pathLst>
            </a:custGeom>
            <a:noFill/>
            <a:ln w="12466" cap="flat">
              <a:solidFill>
                <a:srgbClr val="134678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374" name="Línea"/>
            <p:cNvSpPr/>
            <p:nvPr/>
          </p:nvSpPr>
          <p:spPr>
            <a:xfrm>
              <a:off x="237686" y="534824"/>
              <a:ext cx="25774" cy="1270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5399" y="16218"/>
                  </a:lnTo>
                  <a:lnTo>
                    <a:pt x="10800" y="10800"/>
                  </a:lnTo>
                  <a:lnTo>
                    <a:pt x="16202" y="5388"/>
                  </a:lnTo>
                  <a:lnTo>
                    <a:pt x="21600" y="0"/>
                  </a:lnTo>
                </a:path>
              </a:pathLst>
            </a:custGeom>
            <a:noFill/>
            <a:ln w="12466" cap="flat">
              <a:solidFill>
                <a:srgbClr val="134678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375" name="Línea"/>
            <p:cNvSpPr/>
            <p:nvPr/>
          </p:nvSpPr>
          <p:spPr>
            <a:xfrm>
              <a:off x="336544" y="500167"/>
              <a:ext cx="44000" cy="1969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2930" y="19375"/>
                  </a:lnTo>
                  <a:lnTo>
                    <a:pt x="5868" y="17117"/>
                  </a:lnTo>
                  <a:lnTo>
                    <a:pt x="8798" y="14892"/>
                  </a:lnTo>
                  <a:lnTo>
                    <a:pt x="12252" y="12159"/>
                  </a:lnTo>
                  <a:lnTo>
                    <a:pt x="15628" y="8998"/>
                  </a:lnTo>
                  <a:lnTo>
                    <a:pt x="18790" y="5061"/>
                  </a:lnTo>
                  <a:lnTo>
                    <a:pt x="21600" y="0"/>
                  </a:lnTo>
                </a:path>
              </a:pathLst>
            </a:custGeom>
            <a:noFill/>
            <a:ln w="12466" cap="flat">
              <a:solidFill>
                <a:srgbClr val="134678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376" name="Línea"/>
            <p:cNvSpPr/>
            <p:nvPr/>
          </p:nvSpPr>
          <p:spPr>
            <a:xfrm>
              <a:off x="351780" y="539370"/>
              <a:ext cx="24015" cy="1501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4913" y="15029"/>
                  </a:lnTo>
                  <a:lnTo>
                    <a:pt x="10184" y="9209"/>
                  </a:lnTo>
                  <a:lnTo>
                    <a:pt x="15762" y="4183"/>
                  </a:lnTo>
                  <a:lnTo>
                    <a:pt x="21600" y="0"/>
                  </a:lnTo>
                </a:path>
              </a:pathLst>
            </a:custGeom>
            <a:noFill/>
            <a:ln w="12466" cap="flat">
              <a:solidFill>
                <a:srgbClr val="134678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</p:grpSp>
      <p:sp>
        <p:nvSpPr>
          <p:cNvPr id="378" name="bg object 167"/>
          <p:cNvSpPr/>
          <p:nvPr/>
        </p:nvSpPr>
        <p:spPr>
          <a:xfrm>
            <a:off x="5083592" y="373481"/>
            <a:ext cx="2037248" cy="203919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1729" y="21560"/>
                </a:moveTo>
                <a:lnTo>
                  <a:pt x="11222" y="21592"/>
                </a:lnTo>
                <a:lnTo>
                  <a:pt x="10718" y="21600"/>
                </a:lnTo>
                <a:lnTo>
                  <a:pt x="10219" y="21585"/>
                </a:lnTo>
                <a:lnTo>
                  <a:pt x="9726" y="21548"/>
                </a:lnTo>
                <a:lnTo>
                  <a:pt x="9238" y="21488"/>
                </a:lnTo>
                <a:lnTo>
                  <a:pt x="8756" y="21407"/>
                </a:lnTo>
                <a:lnTo>
                  <a:pt x="8281" y="21304"/>
                </a:lnTo>
                <a:lnTo>
                  <a:pt x="7814" y="21181"/>
                </a:lnTo>
                <a:lnTo>
                  <a:pt x="7354" y="21037"/>
                </a:lnTo>
                <a:lnTo>
                  <a:pt x="6903" y="20874"/>
                </a:lnTo>
                <a:lnTo>
                  <a:pt x="6461" y="20691"/>
                </a:lnTo>
                <a:lnTo>
                  <a:pt x="6029" y="20490"/>
                </a:lnTo>
                <a:lnTo>
                  <a:pt x="5607" y="20269"/>
                </a:lnTo>
                <a:lnTo>
                  <a:pt x="5195" y="20031"/>
                </a:lnTo>
                <a:lnTo>
                  <a:pt x="4796" y="19776"/>
                </a:lnTo>
                <a:lnTo>
                  <a:pt x="4407" y="19504"/>
                </a:lnTo>
                <a:lnTo>
                  <a:pt x="4032" y="19215"/>
                </a:lnTo>
                <a:lnTo>
                  <a:pt x="3669" y="18910"/>
                </a:lnTo>
                <a:lnTo>
                  <a:pt x="3320" y="18589"/>
                </a:lnTo>
                <a:lnTo>
                  <a:pt x="2985" y="18253"/>
                </a:lnTo>
                <a:lnTo>
                  <a:pt x="2665" y="17903"/>
                </a:lnTo>
                <a:lnTo>
                  <a:pt x="2360" y="17539"/>
                </a:lnTo>
                <a:lnTo>
                  <a:pt x="2071" y="17160"/>
                </a:lnTo>
                <a:lnTo>
                  <a:pt x="1798" y="16769"/>
                </a:lnTo>
                <a:lnTo>
                  <a:pt x="1543" y="16365"/>
                </a:lnTo>
                <a:lnTo>
                  <a:pt x="1304" y="15949"/>
                </a:lnTo>
                <a:lnTo>
                  <a:pt x="1084" y="15521"/>
                </a:lnTo>
                <a:lnTo>
                  <a:pt x="883" y="15081"/>
                </a:lnTo>
                <a:lnTo>
                  <a:pt x="700" y="14631"/>
                </a:lnTo>
                <a:lnTo>
                  <a:pt x="538" y="14170"/>
                </a:lnTo>
                <a:lnTo>
                  <a:pt x="395" y="13699"/>
                </a:lnTo>
                <a:lnTo>
                  <a:pt x="274" y="13219"/>
                </a:lnTo>
                <a:lnTo>
                  <a:pt x="174" y="12730"/>
                </a:lnTo>
                <a:lnTo>
                  <a:pt x="96" y="12233"/>
                </a:lnTo>
                <a:lnTo>
                  <a:pt x="40" y="11727"/>
                </a:lnTo>
                <a:lnTo>
                  <a:pt x="8" y="11220"/>
                </a:lnTo>
                <a:lnTo>
                  <a:pt x="0" y="10716"/>
                </a:lnTo>
                <a:lnTo>
                  <a:pt x="15" y="10217"/>
                </a:lnTo>
                <a:lnTo>
                  <a:pt x="52" y="9724"/>
                </a:lnTo>
                <a:lnTo>
                  <a:pt x="112" y="9236"/>
                </a:lnTo>
                <a:lnTo>
                  <a:pt x="193" y="8754"/>
                </a:lnTo>
                <a:lnTo>
                  <a:pt x="295" y="8279"/>
                </a:lnTo>
                <a:lnTo>
                  <a:pt x="419" y="7812"/>
                </a:lnTo>
                <a:lnTo>
                  <a:pt x="562" y="7352"/>
                </a:lnTo>
                <a:lnTo>
                  <a:pt x="725" y="6901"/>
                </a:lnTo>
                <a:lnTo>
                  <a:pt x="908" y="6459"/>
                </a:lnTo>
                <a:lnTo>
                  <a:pt x="1110" y="6027"/>
                </a:lnTo>
                <a:lnTo>
                  <a:pt x="1330" y="5605"/>
                </a:lnTo>
                <a:lnTo>
                  <a:pt x="1568" y="5194"/>
                </a:lnTo>
                <a:lnTo>
                  <a:pt x="1823" y="4794"/>
                </a:lnTo>
                <a:lnTo>
                  <a:pt x="2095" y="4406"/>
                </a:lnTo>
                <a:lnTo>
                  <a:pt x="2384" y="4030"/>
                </a:lnTo>
                <a:lnTo>
                  <a:pt x="2689" y="3668"/>
                </a:lnTo>
                <a:lnTo>
                  <a:pt x="3010" y="3319"/>
                </a:lnTo>
                <a:lnTo>
                  <a:pt x="3345" y="2984"/>
                </a:lnTo>
                <a:lnTo>
                  <a:pt x="3696" y="2664"/>
                </a:lnTo>
                <a:lnTo>
                  <a:pt x="4060" y="2359"/>
                </a:lnTo>
                <a:lnTo>
                  <a:pt x="4438" y="2070"/>
                </a:lnTo>
                <a:lnTo>
                  <a:pt x="4829" y="1797"/>
                </a:lnTo>
                <a:lnTo>
                  <a:pt x="5234" y="1542"/>
                </a:lnTo>
                <a:lnTo>
                  <a:pt x="5650" y="1304"/>
                </a:lnTo>
                <a:lnTo>
                  <a:pt x="6078" y="1083"/>
                </a:lnTo>
                <a:lnTo>
                  <a:pt x="6517" y="882"/>
                </a:lnTo>
                <a:lnTo>
                  <a:pt x="6968" y="700"/>
                </a:lnTo>
                <a:lnTo>
                  <a:pt x="7428" y="537"/>
                </a:lnTo>
                <a:lnTo>
                  <a:pt x="7899" y="395"/>
                </a:lnTo>
                <a:lnTo>
                  <a:pt x="8379" y="274"/>
                </a:lnTo>
                <a:lnTo>
                  <a:pt x="8868" y="174"/>
                </a:lnTo>
                <a:lnTo>
                  <a:pt x="9365" y="96"/>
                </a:lnTo>
                <a:lnTo>
                  <a:pt x="9871" y="40"/>
                </a:lnTo>
                <a:lnTo>
                  <a:pt x="10378" y="8"/>
                </a:lnTo>
                <a:lnTo>
                  <a:pt x="10882" y="0"/>
                </a:lnTo>
                <a:lnTo>
                  <a:pt x="11381" y="15"/>
                </a:lnTo>
                <a:lnTo>
                  <a:pt x="11874" y="52"/>
                </a:lnTo>
                <a:lnTo>
                  <a:pt x="12363" y="112"/>
                </a:lnTo>
                <a:lnTo>
                  <a:pt x="12844" y="193"/>
                </a:lnTo>
                <a:lnTo>
                  <a:pt x="13319" y="296"/>
                </a:lnTo>
                <a:lnTo>
                  <a:pt x="13787" y="419"/>
                </a:lnTo>
                <a:lnTo>
                  <a:pt x="14246" y="563"/>
                </a:lnTo>
                <a:lnTo>
                  <a:pt x="14697" y="726"/>
                </a:lnTo>
                <a:lnTo>
                  <a:pt x="15139" y="909"/>
                </a:lnTo>
                <a:lnTo>
                  <a:pt x="15571" y="1110"/>
                </a:lnTo>
                <a:lnTo>
                  <a:pt x="15993" y="1331"/>
                </a:lnTo>
                <a:lnTo>
                  <a:pt x="16405" y="1569"/>
                </a:lnTo>
                <a:lnTo>
                  <a:pt x="16805" y="1824"/>
                </a:lnTo>
                <a:lnTo>
                  <a:pt x="17193" y="2096"/>
                </a:lnTo>
                <a:lnTo>
                  <a:pt x="17568" y="2385"/>
                </a:lnTo>
                <a:lnTo>
                  <a:pt x="17931" y="2690"/>
                </a:lnTo>
                <a:lnTo>
                  <a:pt x="18280" y="3011"/>
                </a:lnTo>
                <a:lnTo>
                  <a:pt x="18615" y="3347"/>
                </a:lnTo>
                <a:lnTo>
                  <a:pt x="18935" y="3697"/>
                </a:lnTo>
                <a:lnTo>
                  <a:pt x="19240" y="4061"/>
                </a:lnTo>
                <a:lnTo>
                  <a:pt x="19529" y="4439"/>
                </a:lnTo>
                <a:lnTo>
                  <a:pt x="19802" y="4831"/>
                </a:lnTo>
                <a:lnTo>
                  <a:pt x="20057" y="5235"/>
                </a:lnTo>
                <a:lnTo>
                  <a:pt x="20296" y="5651"/>
                </a:lnTo>
                <a:lnTo>
                  <a:pt x="20516" y="6079"/>
                </a:lnTo>
                <a:lnTo>
                  <a:pt x="20717" y="6519"/>
                </a:lnTo>
                <a:lnTo>
                  <a:pt x="20900" y="6969"/>
                </a:lnTo>
                <a:lnTo>
                  <a:pt x="21062" y="7430"/>
                </a:lnTo>
                <a:lnTo>
                  <a:pt x="21205" y="7900"/>
                </a:lnTo>
                <a:lnTo>
                  <a:pt x="21326" y="8381"/>
                </a:lnTo>
                <a:lnTo>
                  <a:pt x="21426" y="8870"/>
                </a:lnTo>
                <a:lnTo>
                  <a:pt x="21504" y="9367"/>
                </a:lnTo>
                <a:lnTo>
                  <a:pt x="21560" y="9873"/>
                </a:lnTo>
                <a:lnTo>
                  <a:pt x="21592" y="10380"/>
                </a:lnTo>
                <a:lnTo>
                  <a:pt x="21600" y="10884"/>
                </a:lnTo>
                <a:lnTo>
                  <a:pt x="21585" y="11382"/>
                </a:lnTo>
                <a:lnTo>
                  <a:pt x="21548" y="11876"/>
                </a:lnTo>
                <a:lnTo>
                  <a:pt x="21488" y="12364"/>
                </a:lnTo>
                <a:lnTo>
                  <a:pt x="21407" y="12846"/>
                </a:lnTo>
                <a:lnTo>
                  <a:pt x="21305" y="13321"/>
                </a:lnTo>
                <a:lnTo>
                  <a:pt x="21181" y="13788"/>
                </a:lnTo>
                <a:lnTo>
                  <a:pt x="21038" y="14248"/>
                </a:lnTo>
                <a:lnTo>
                  <a:pt x="20875" y="14699"/>
                </a:lnTo>
                <a:lnTo>
                  <a:pt x="20692" y="15141"/>
                </a:lnTo>
                <a:lnTo>
                  <a:pt x="20490" y="15573"/>
                </a:lnTo>
                <a:lnTo>
                  <a:pt x="20270" y="15995"/>
                </a:lnTo>
                <a:lnTo>
                  <a:pt x="20032" y="16406"/>
                </a:lnTo>
                <a:lnTo>
                  <a:pt x="19777" y="16806"/>
                </a:lnTo>
                <a:lnTo>
                  <a:pt x="19505" y="17194"/>
                </a:lnTo>
                <a:lnTo>
                  <a:pt x="19216" y="17570"/>
                </a:lnTo>
                <a:lnTo>
                  <a:pt x="18911" y="17932"/>
                </a:lnTo>
                <a:lnTo>
                  <a:pt x="18590" y="18281"/>
                </a:lnTo>
                <a:lnTo>
                  <a:pt x="18255" y="18616"/>
                </a:lnTo>
                <a:lnTo>
                  <a:pt x="17904" y="18936"/>
                </a:lnTo>
                <a:lnTo>
                  <a:pt x="17540" y="19241"/>
                </a:lnTo>
                <a:lnTo>
                  <a:pt x="17162" y="19530"/>
                </a:lnTo>
                <a:lnTo>
                  <a:pt x="16771" y="19803"/>
                </a:lnTo>
                <a:lnTo>
                  <a:pt x="16367" y="20058"/>
                </a:lnTo>
                <a:lnTo>
                  <a:pt x="15950" y="20296"/>
                </a:lnTo>
                <a:lnTo>
                  <a:pt x="15522" y="20517"/>
                </a:lnTo>
                <a:lnTo>
                  <a:pt x="15083" y="20718"/>
                </a:lnTo>
                <a:lnTo>
                  <a:pt x="14632" y="20900"/>
                </a:lnTo>
                <a:lnTo>
                  <a:pt x="14172" y="21063"/>
                </a:lnTo>
                <a:lnTo>
                  <a:pt x="13701" y="21205"/>
                </a:lnTo>
                <a:lnTo>
                  <a:pt x="13221" y="21326"/>
                </a:lnTo>
                <a:lnTo>
                  <a:pt x="12732" y="21426"/>
                </a:lnTo>
                <a:lnTo>
                  <a:pt x="12235" y="21504"/>
                </a:lnTo>
                <a:lnTo>
                  <a:pt x="11729" y="21560"/>
                </a:lnTo>
                <a:close/>
              </a:path>
            </a:pathLst>
          </a:custGeom>
          <a:solidFill>
            <a:srgbClr val="ECF4DF">
              <a:alpha val="14898"/>
            </a:srgb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grpSp>
        <p:nvGrpSpPr>
          <p:cNvPr id="381" name="bg object 168"/>
          <p:cNvGrpSpPr/>
          <p:nvPr/>
        </p:nvGrpSpPr>
        <p:grpSpPr>
          <a:xfrm>
            <a:off x="5082742" y="365072"/>
            <a:ext cx="2037232" cy="2044892"/>
            <a:chOff x="0" y="0"/>
            <a:chExt cx="2037231" cy="2044890"/>
          </a:xfrm>
        </p:grpSpPr>
        <p:sp>
          <p:nvSpPr>
            <p:cNvPr id="379" name="Figura"/>
            <p:cNvSpPr/>
            <p:nvPr/>
          </p:nvSpPr>
          <p:spPr>
            <a:xfrm>
              <a:off x="0" y="0"/>
              <a:ext cx="2037232" cy="204489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10432"/>
                  </a:moveTo>
                  <a:lnTo>
                    <a:pt x="21565" y="9896"/>
                  </a:lnTo>
                  <a:lnTo>
                    <a:pt x="21507" y="9363"/>
                  </a:lnTo>
                  <a:lnTo>
                    <a:pt x="21426" y="8831"/>
                  </a:lnTo>
                  <a:lnTo>
                    <a:pt x="21334" y="8435"/>
                  </a:lnTo>
                  <a:lnTo>
                    <a:pt x="21209" y="7907"/>
                  </a:lnTo>
                  <a:lnTo>
                    <a:pt x="21061" y="7382"/>
                  </a:lnTo>
                  <a:lnTo>
                    <a:pt x="20905" y="6991"/>
                  </a:lnTo>
                  <a:lnTo>
                    <a:pt x="20716" y="6469"/>
                  </a:lnTo>
                  <a:lnTo>
                    <a:pt x="20519" y="6082"/>
                  </a:lnTo>
                  <a:lnTo>
                    <a:pt x="20302" y="5696"/>
                  </a:lnTo>
                  <a:lnTo>
                    <a:pt x="20055" y="5179"/>
                  </a:lnTo>
                  <a:lnTo>
                    <a:pt x="19801" y="4797"/>
                  </a:lnTo>
                  <a:lnTo>
                    <a:pt x="19529" y="4416"/>
                  </a:lnTo>
                  <a:lnTo>
                    <a:pt x="19445" y="4306"/>
                  </a:lnTo>
                  <a:lnTo>
                    <a:pt x="19445" y="10617"/>
                  </a:lnTo>
                  <a:lnTo>
                    <a:pt x="19436" y="11022"/>
                  </a:lnTo>
                  <a:lnTo>
                    <a:pt x="19411" y="11563"/>
                  </a:lnTo>
                  <a:lnTo>
                    <a:pt x="19348" y="11972"/>
                  </a:lnTo>
                  <a:lnTo>
                    <a:pt x="19269" y="12517"/>
                  </a:lnTo>
                  <a:lnTo>
                    <a:pt x="19154" y="12931"/>
                  </a:lnTo>
                  <a:lnTo>
                    <a:pt x="19025" y="13481"/>
                  </a:lnTo>
                  <a:lnTo>
                    <a:pt x="18861" y="13899"/>
                  </a:lnTo>
                  <a:lnTo>
                    <a:pt x="18674" y="14319"/>
                  </a:lnTo>
                  <a:lnTo>
                    <a:pt x="18465" y="14741"/>
                  </a:lnTo>
                  <a:lnTo>
                    <a:pt x="18234" y="15165"/>
                  </a:lnTo>
                  <a:lnTo>
                    <a:pt x="17983" y="15590"/>
                  </a:lnTo>
                  <a:lnTo>
                    <a:pt x="17712" y="16018"/>
                  </a:lnTo>
                  <a:lnTo>
                    <a:pt x="17410" y="16313"/>
                  </a:lnTo>
                  <a:lnTo>
                    <a:pt x="17102" y="16743"/>
                  </a:lnTo>
                  <a:lnTo>
                    <a:pt x="16765" y="17041"/>
                  </a:lnTo>
                  <a:lnTo>
                    <a:pt x="16411" y="17341"/>
                  </a:lnTo>
                  <a:lnTo>
                    <a:pt x="16042" y="17642"/>
                  </a:lnTo>
                  <a:lnTo>
                    <a:pt x="15658" y="17944"/>
                  </a:lnTo>
                  <a:lnTo>
                    <a:pt x="15248" y="18114"/>
                  </a:lnTo>
                  <a:lnTo>
                    <a:pt x="14836" y="18419"/>
                  </a:lnTo>
                  <a:lnTo>
                    <a:pt x="13953" y="18764"/>
                  </a:lnTo>
                  <a:lnTo>
                    <a:pt x="12549" y="19289"/>
                  </a:lnTo>
                  <a:lnTo>
                    <a:pt x="10544" y="19461"/>
                  </a:lnTo>
                  <a:lnTo>
                    <a:pt x="9071" y="19184"/>
                  </a:lnTo>
                  <a:lnTo>
                    <a:pt x="8141" y="18994"/>
                  </a:lnTo>
                  <a:lnTo>
                    <a:pt x="7683" y="18764"/>
                  </a:lnTo>
                  <a:lnTo>
                    <a:pt x="7250" y="18667"/>
                  </a:lnTo>
                  <a:lnTo>
                    <a:pt x="6820" y="18435"/>
                  </a:lnTo>
                  <a:lnTo>
                    <a:pt x="6404" y="18201"/>
                  </a:lnTo>
                  <a:lnTo>
                    <a:pt x="6004" y="17966"/>
                  </a:lnTo>
                  <a:lnTo>
                    <a:pt x="5621" y="17730"/>
                  </a:lnTo>
                  <a:lnTo>
                    <a:pt x="5243" y="17358"/>
                  </a:lnTo>
                  <a:lnTo>
                    <a:pt x="4895" y="17119"/>
                  </a:lnTo>
                  <a:lnTo>
                    <a:pt x="4554" y="16744"/>
                  </a:lnTo>
                  <a:lnTo>
                    <a:pt x="4234" y="16368"/>
                  </a:lnTo>
                  <a:lnTo>
                    <a:pt x="3933" y="15990"/>
                  </a:lnTo>
                  <a:lnTo>
                    <a:pt x="3655" y="15610"/>
                  </a:lnTo>
                  <a:lnTo>
                    <a:pt x="3398" y="15228"/>
                  </a:lnTo>
                  <a:lnTo>
                    <a:pt x="3165" y="14844"/>
                  </a:lnTo>
                  <a:lnTo>
                    <a:pt x="2944" y="14325"/>
                  </a:lnTo>
                  <a:lnTo>
                    <a:pt x="2759" y="13937"/>
                  </a:lnTo>
                  <a:lnTo>
                    <a:pt x="2588" y="13413"/>
                  </a:lnTo>
                  <a:lnTo>
                    <a:pt x="2455" y="13020"/>
                  </a:lnTo>
                  <a:lnTo>
                    <a:pt x="2337" y="12492"/>
                  </a:lnTo>
                  <a:lnTo>
                    <a:pt x="2259" y="12094"/>
                  </a:lnTo>
                  <a:lnTo>
                    <a:pt x="2198" y="11561"/>
                  </a:lnTo>
                  <a:lnTo>
                    <a:pt x="2166" y="11025"/>
                  </a:lnTo>
                  <a:lnTo>
                    <a:pt x="2163" y="10487"/>
                  </a:lnTo>
                  <a:lnTo>
                    <a:pt x="2200" y="10080"/>
                  </a:lnTo>
                  <a:lnTo>
                    <a:pt x="2252" y="9537"/>
                  </a:lnTo>
                  <a:lnTo>
                    <a:pt x="2342" y="9125"/>
                  </a:lnTo>
                  <a:lnTo>
                    <a:pt x="2446" y="8578"/>
                  </a:lnTo>
                  <a:lnTo>
                    <a:pt x="2586" y="8162"/>
                  </a:lnTo>
                  <a:lnTo>
                    <a:pt x="2750" y="7743"/>
                  </a:lnTo>
                  <a:lnTo>
                    <a:pt x="2926" y="7190"/>
                  </a:lnTo>
                  <a:lnTo>
                    <a:pt x="3135" y="6768"/>
                  </a:lnTo>
                  <a:lnTo>
                    <a:pt x="3366" y="6344"/>
                  </a:lnTo>
                  <a:lnTo>
                    <a:pt x="3628" y="6052"/>
                  </a:lnTo>
                  <a:lnTo>
                    <a:pt x="3900" y="5625"/>
                  </a:lnTo>
                  <a:lnTo>
                    <a:pt x="4190" y="5196"/>
                  </a:lnTo>
                  <a:lnTo>
                    <a:pt x="4509" y="4899"/>
                  </a:lnTo>
                  <a:lnTo>
                    <a:pt x="4847" y="4601"/>
                  </a:lnTo>
                  <a:lnTo>
                    <a:pt x="5200" y="4301"/>
                  </a:lnTo>
                  <a:lnTo>
                    <a:pt x="5570" y="4000"/>
                  </a:lnTo>
                  <a:lnTo>
                    <a:pt x="5954" y="3698"/>
                  </a:lnTo>
                  <a:lnTo>
                    <a:pt x="6352" y="3394"/>
                  </a:lnTo>
                  <a:lnTo>
                    <a:pt x="6776" y="3223"/>
                  </a:lnTo>
                  <a:lnTo>
                    <a:pt x="7200" y="2918"/>
                  </a:lnTo>
                  <a:lnTo>
                    <a:pt x="8105" y="2571"/>
                  </a:lnTo>
                  <a:lnTo>
                    <a:pt x="8585" y="2529"/>
                  </a:lnTo>
                  <a:lnTo>
                    <a:pt x="9063" y="2354"/>
                  </a:lnTo>
                  <a:lnTo>
                    <a:pt x="11068" y="2181"/>
                  </a:lnTo>
                  <a:lnTo>
                    <a:pt x="11568" y="2273"/>
                  </a:lnTo>
                  <a:lnTo>
                    <a:pt x="12048" y="2232"/>
                  </a:lnTo>
                  <a:lnTo>
                    <a:pt x="13000" y="2419"/>
                  </a:lnTo>
                  <a:lnTo>
                    <a:pt x="13470" y="2648"/>
                  </a:lnTo>
                  <a:lnTo>
                    <a:pt x="13917" y="2744"/>
                  </a:lnTo>
                  <a:lnTo>
                    <a:pt x="14361" y="2975"/>
                  </a:lnTo>
                  <a:lnTo>
                    <a:pt x="14792" y="3208"/>
                  </a:lnTo>
                  <a:lnTo>
                    <a:pt x="15208" y="3441"/>
                  </a:lnTo>
                  <a:lnTo>
                    <a:pt x="15608" y="3676"/>
                  </a:lnTo>
                  <a:lnTo>
                    <a:pt x="15991" y="3912"/>
                  </a:lnTo>
                  <a:lnTo>
                    <a:pt x="16357" y="4150"/>
                  </a:lnTo>
                  <a:lnTo>
                    <a:pt x="16717" y="4523"/>
                  </a:lnTo>
                  <a:lnTo>
                    <a:pt x="17057" y="4898"/>
                  </a:lnTo>
                  <a:lnTo>
                    <a:pt x="17366" y="5141"/>
                  </a:lnTo>
                  <a:lnTo>
                    <a:pt x="17666" y="5519"/>
                  </a:lnTo>
                  <a:lnTo>
                    <a:pt x="17945" y="5899"/>
                  </a:lnTo>
                  <a:lnTo>
                    <a:pt x="18213" y="6414"/>
                  </a:lnTo>
                  <a:lnTo>
                    <a:pt x="18447" y="6798"/>
                  </a:lnTo>
                  <a:lnTo>
                    <a:pt x="18656" y="7184"/>
                  </a:lnTo>
                  <a:lnTo>
                    <a:pt x="18853" y="7706"/>
                  </a:lnTo>
                  <a:lnTo>
                    <a:pt x="19012" y="8096"/>
                  </a:lnTo>
                  <a:lnTo>
                    <a:pt x="19157" y="8622"/>
                  </a:lnTo>
                  <a:lnTo>
                    <a:pt x="19263" y="9017"/>
                  </a:lnTo>
                  <a:lnTo>
                    <a:pt x="19352" y="9548"/>
                  </a:lnTo>
                  <a:lnTo>
                    <a:pt x="19413" y="10081"/>
                  </a:lnTo>
                  <a:lnTo>
                    <a:pt x="19445" y="10617"/>
                  </a:lnTo>
                  <a:lnTo>
                    <a:pt x="19445" y="4306"/>
                  </a:lnTo>
                  <a:lnTo>
                    <a:pt x="19240" y="4037"/>
                  </a:lnTo>
                  <a:lnTo>
                    <a:pt x="18934" y="3660"/>
                  </a:lnTo>
                  <a:lnTo>
                    <a:pt x="18623" y="3417"/>
                  </a:lnTo>
                  <a:lnTo>
                    <a:pt x="18285" y="3042"/>
                  </a:lnTo>
                  <a:lnTo>
                    <a:pt x="17931" y="2669"/>
                  </a:lnTo>
                  <a:lnTo>
                    <a:pt x="17574" y="2430"/>
                  </a:lnTo>
                  <a:lnTo>
                    <a:pt x="17191" y="2059"/>
                  </a:lnTo>
                  <a:lnTo>
                    <a:pt x="16806" y="1823"/>
                  </a:lnTo>
                  <a:lnTo>
                    <a:pt x="16607" y="1705"/>
                  </a:lnTo>
                  <a:lnTo>
                    <a:pt x="16408" y="1588"/>
                  </a:lnTo>
                  <a:lnTo>
                    <a:pt x="15997" y="1354"/>
                  </a:lnTo>
                  <a:lnTo>
                    <a:pt x="15574" y="1121"/>
                  </a:lnTo>
                  <a:lnTo>
                    <a:pt x="15139" y="889"/>
                  </a:lnTo>
                  <a:lnTo>
                    <a:pt x="14704" y="792"/>
                  </a:lnTo>
                  <a:lnTo>
                    <a:pt x="14248" y="562"/>
                  </a:lnTo>
                  <a:lnTo>
                    <a:pt x="12853" y="277"/>
                  </a:lnTo>
                  <a:lnTo>
                    <a:pt x="11381" y="0"/>
                  </a:lnTo>
                  <a:lnTo>
                    <a:pt x="8379" y="258"/>
                  </a:lnTo>
                  <a:lnTo>
                    <a:pt x="6976" y="783"/>
                  </a:lnTo>
                  <a:lnTo>
                    <a:pt x="5651" y="1300"/>
                  </a:lnTo>
                  <a:lnTo>
                    <a:pt x="5241" y="1605"/>
                  </a:lnTo>
                  <a:lnTo>
                    <a:pt x="4829" y="1775"/>
                  </a:lnTo>
                  <a:lnTo>
                    <a:pt x="4441" y="2078"/>
                  </a:lnTo>
                  <a:lnTo>
                    <a:pt x="4064" y="2379"/>
                  </a:lnTo>
                  <a:lnTo>
                    <a:pt x="3699" y="2680"/>
                  </a:lnTo>
                  <a:lnTo>
                    <a:pt x="3347" y="2980"/>
                  </a:lnTo>
                  <a:lnTo>
                    <a:pt x="3008" y="3278"/>
                  </a:lnTo>
                  <a:lnTo>
                    <a:pt x="2695" y="3709"/>
                  </a:lnTo>
                  <a:lnTo>
                    <a:pt x="2384" y="4005"/>
                  </a:lnTo>
                  <a:lnTo>
                    <a:pt x="2100" y="4433"/>
                  </a:lnTo>
                  <a:lnTo>
                    <a:pt x="1831" y="4860"/>
                  </a:lnTo>
                  <a:lnTo>
                    <a:pt x="1567" y="5152"/>
                  </a:lnTo>
                  <a:lnTo>
                    <a:pt x="1330" y="5577"/>
                  </a:lnTo>
                  <a:lnTo>
                    <a:pt x="1110" y="5999"/>
                  </a:lnTo>
                  <a:lnTo>
                    <a:pt x="908" y="6421"/>
                  </a:lnTo>
                  <a:lnTo>
                    <a:pt x="723" y="6841"/>
                  </a:lnTo>
                  <a:lnTo>
                    <a:pt x="569" y="7392"/>
                  </a:lnTo>
                  <a:lnTo>
                    <a:pt x="421" y="7809"/>
                  </a:lnTo>
                  <a:lnTo>
                    <a:pt x="294" y="8224"/>
                  </a:lnTo>
                  <a:lnTo>
                    <a:pt x="198" y="8771"/>
                  </a:lnTo>
                  <a:lnTo>
                    <a:pt x="110" y="9182"/>
                  </a:lnTo>
                  <a:lnTo>
                    <a:pt x="56" y="9726"/>
                  </a:lnTo>
                  <a:lnTo>
                    <a:pt x="23" y="10267"/>
                  </a:lnTo>
                  <a:lnTo>
                    <a:pt x="0" y="10673"/>
                  </a:lnTo>
                  <a:lnTo>
                    <a:pt x="12" y="11210"/>
                  </a:lnTo>
                  <a:lnTo>
                    <a:pt x="46" y="11746"/>
                  </a:lnTo>
                  <a:lnTo>
                    <a:pt x="104" y="12280"/>
                  </a:lnTo>
                  <a:lnTo>
                    <a:pt x="174" y="12678"/>
                  </a:lnTo>
                  <a:lnTo>
                    <a:pt x="277" y="13207"/>
                  </a:lnTo>
                  <a:lnTo>
                    <a:pt x="403" y="13735"/>
                  </a:lnTo>
                  <a:lnTo>
                    <a:pt x="539" y="14127"/>
                  </a:lnTo>
                  <a:lnTo>
                    <a:pt x="707" y="14651"/>
                  </a:lnTo>
                  <a:lnTo>
                    <a:pt x="884" y="15040"/>
                  </a:lnTo>
                  <a:lnTo>
                    <a:pt x="1093" y="15561"/>
                  </a:lnTo>
                  <a:lnTo>
                    <a:pt x="1309" y="15946"/>
                  </a:lnTo>
                  <a:lnTo>
                    <a:pt x="1545" y="16330"/>
                  </a:lnTo>
                  <a:lnTo>
                    <a:pt x="1799" y="16712"/>
                  </a:lnTo>
                  <a:lnTo>
                    <a:pt x="2071" y="17093"/>
                  </a:lnTo>
                  <a:lnTo>
                    <a:pt x="2360" y="17472"/>
                  </a:lnTo>
                  <a:lnTo>
                    <a:pt x="2666" y="17849"/>
                  </a:lnTo>
                  <a:lnTo>
                    <a:pt x="2989" y="18225"/>
                  </a:lnTo>
                  <a:lnTo>
                    <a:pt x="3327" y="18600"/>
                  </a:lnTo>
                  <a:lnTo>
                    <a:pt x="3669" y="18840"/>
                  </a:lnTo>
                  <a:lnTo>
                    <a:pt x="4038" y="19213"/>
                  </a:lnTo>
                  <a:lnTo>
                    <a:pt x="4409" y="19450"/>
                  </a:lnTo>
                  <a:lnTo>
                    <a:pt x="4794" y="19686"/>
                  </a:lnTo>
                  <a:lnTo>
                    <a:pt x="5204" y="20055"/>
                  </a:lnTo>
                  <a:lnTo>
                    <a:pt x="5615" y="20289"/>
                  </a:lnTo>
                  <a:lnTo>
                    <a:pt x="6026" y="20388"/>
                  </a:lnTo>
                  <a:lnTo>
                    <a:pt x="6461" y="20620"/>
                  </a:lnTo>
                  <a:lnTo>
                    <a:pt x="6907" y="20851"/>
                  </a:lnTo>
                  <a:lnTo>
                    <a:pt x="7353" y="20947"/>
                  </a:lnTo>
                  <a:lnTo>
                    <a:pt x="7820" y="21176"/>
                  </a:lnTo>
                  <a:lnTo>
                    <a:pt x="9242" y="21458"/>
                  </a:lnTo>
                  <a:lnTo>
                    <a:pt x="9732" y="21551"/>
                  </a:lnTo>
                  <a:lnTo>
                    <a:pt x="10219" y="21509"/>
                  </a:lnTo>
                  <a:lnTo>
                    <a:pt x="10725" y="21600"/>
                  </a:lnTo>
                  <a:lnTo>
                    <a:pt x="12739" y="21427"/>
                  </a:lnTo>
                  <a:lnTo>
                    <a:pt x="13221" y="21251"/>
                  </a:lnTo>
                  <a:lnTo>
                    <a:pt x="13708" y="21209"/>
                  </a:lnTo>
                  <a:lnTo>
                    <a:pt x="14176" y="21034"/>
                  </a:lnTo>
                  <a:lnTo>
                    <a:pt x="15528" y="20514"/>
                  </a:lnTo>
                  <a:lnTo>
                    <a:pt x="15949" y="20208"/>
                  </a:lnTo>
                  <a:lnTo>
                    <a:pt x="16371" y="20038"/>
                  </a:lnTo>
                  <a:lnTo>
                    <a:pt x="16771" y="19734"/>
                  </a:lnTo>
                  <a:lnTo>
                    <a:pt x="17160" y="19431"/>
                  </a:lnTo>
                  <a:lnTo>
                    <a:pt x="17548" y="19263"/>
                  </a:lnTo>
                  <a:lnTo>
                    <a:pt x="17913" y="18962"/>
                  </a:lnTo>
                  <a:lnTo>
                    <a:pt x="18026" y="18818"/>
                  </a:lnTo>
                  <a:lnTo>
                    <a:pt x="18253" y="18529"/>
                  </a:lnTo>
                  <a:lnTo>
                    <a:pt x="18592" y="18231"/>
                  </a:lnTo>
                  <a:lnTo>
                    <a:pt x="18917" y="17934"/>
                  </a:lnTo>
                  <a:lnTo>
                    <a:pt x="19216" y="17504"/>
                  </a:lnTo>
                  <a:lnTo>
                    <a:pt x="19512" y="17209"/>
                  </a:lnTo>
                  <a:lnTo>
                    <a:pt x="19780" y="16782"/>
                  </a:lnTo>
                  <a:lnTo>
                    <a:pt x="20033" y="16357"/>
                  </a:lnTo>
                  <a:lnTo>
                    <a:pt x="20270" y="15932"/>
                  </a:lnTo>
                  <a:lnTo>
                    <a:pt x="20490" y="15509"/>
                  </a:lnTo>
                  <a:lnTo>
                    <a:pt x="20692" y="15088"/>
                  </a:lnTo>
                  <a:lnTo>
                    <a:pt x="20877" y="14668"/>
                  </a:lnTo>
                  <a:lnTo>
                    <a:pt x="21043" y="14250"/>
                  </a:lnTo>
                  <a:lnTo>
                    <a:pt x="21190" y="13833"/>
                  </a:lnTo>
                  <a:lnTo>
                    <a:pt x="21306" y="13285"/>
                  </a:lnTo>
                  <a:lnTo>
                    <a:pt x="21414" y="12872"/>
                  </a:lnTo>
                  <a:lnTo>
                    <a:pt x="21490" y="12327"/>
                  </a:lnTo>
                  <a:lnTo>
                    <a:pt x="21556" y="11917"/>
                  </a:lnTo>
                  <a:lnTo>
                    <a:pt x="21589" y="11376"/>
                  </a:lnTo>
                  <a:lnTo>
                    <a:pt x="21600" y="10836"/>
                  </a:lnTo>
                  <a:lnTo>
                    <a:pt x="21600" y="10432"/>
                  </a:lnTo>
                  <a:close/>
                </a:path>
              </a:pathLst>
            </a:custGeom>
            <a:solidFill>
              <a:srgbClr val="DD3C4E">
                <a:alpha val="14898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380" name="Figura"/>
            <p:cNvSpPr/>
            <p:nvPr/>
          </p:nvSpPr>
          <p:spPr>
            <a:xfrm>
              <a:off x="408304" y="416267"/>
              <a:ext cx="1222312" cy="122349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10716"/>
                  </a:moveTo>
                  <a:lnTo>
                    <a:pt x="21560" y="9872"/>
                  </a:lnTo>
                  <a:lnTo>
                    <a:pt x="21455" y="9035"/>
                  </a:lnTo>
                  <a:lnTo>
                    <a:pt x="21288" y="8220"/>
                  </a:lnTo>
                  <a:lnTo>
                    <a:pt x="21063" y="7430"/>
                  </a:lnTo>
                  <a:lnTo>
                    <a:pt x="20781" y="6668"/>
                  </a:lnTo>
                  <a:lnTo>
                    <a:pt x="20445" y="5936"/>
                  </a:lnTo>
                  <a:lnTo>
                    <a:pt x="20058" y="5235"/>
                  </a:lnTo>
                  <a:lnTo>
                    <a:pt x="19622" y="4569"/>
                  </a:lnTo>
                  <a:lnTo>
                    <a:pt x="19140" y="3938"/>
                  </a:lnTo>
                  <a:lnTo>
                    <a:pt x="18615" y="3347"/>
                  </a:lnTo>
                  <a:lnTo>
                    <a:pt x="18193" y="2936"/>
                  </a:lnTo>
                  <a:lnTo>
                    <a:pt x="18049" y="2795"/>
                  </a:lnTo>
                  <a:lnTo>
                    <a:pt x="17997" y="2752"/>
                  </a:lnTo>
                  <a:lnTo>
                    <a:pt x="17997" y="11021"/>
                  </a:lnTo>
                  <a:lnTo>
                    <a:pt x="17925" y="11841"/>
                  </a:lnTo>
                  <a:lnTo>
                    <a:pt x="17763" y="12634"/>
                  </a:lnTo>
                  <a:lnTo>
                    <a:pt x="17515" y="13396"/>
                  </a:lnTo>
                  <a:lnTo>
                    <a:pt x="17187" y="14121"/>
                  </a:lnTo>
                  <a:lnTo>
                    <a:pt x="16782" y="14801"/>
                  </a:lnTo>
                  <a:lnTo>
                    <a:pt x="16308" y="15433"/>
                  </a:lnTo>
                  <a:lnTo>
                    <a:pt x="15767" y="16009"/>
                  </a:lnTo>
                  <a:lnTo>
                    <a:pt x="15165" y="16524"/>
                  </a:lnTo>
                  <a:lnTo>
                    <a:pt x="14508" y="16971"/>
                  </a:lnTo>
                  <a:lnTo>
                    <a:pt x="13800" y="17346"/>
                  </a:lnTo>
                  <a:lnTo>
                    <a:pt x="13046" y="17642"/>
                  </a:lnTo>
                  <a:lnTo>
                    <a:pt x="12251" y="17853"/>
                  </a:lnTo>
                  <a:lnTo>
                    <a:pt x="11420" y="17973"/>
                  </a:lnTo>
                  <a:lnTo>
                    <a:pt x="10580" y="17997"/>
                  </a:lnTo>
                  <a:lnTo>
                    <a:pt x="9761" y="17925"/>
                  </a:lnTo>
                  <a:lnTo>
                    <a:pt x="8967" y="17763"/>
                  </a:lnTo>
                  <a:lnTo>
                    <a:pt x="8205" y="17515"/>
                  </a:lnTo>
                  <a:lnTo>
                    <a:pt x="7480" y="17186"/>
                  </a:lnTo>
                  <a:lnTo>
                    <a:pt x="6799" y="16782"/>
                  </a:lnTo>
                  <a:lnTo>
                    <a:pt x="6168" y="16307"/>
                  </a:lnTo>
                  <a:lnTo>
                    <a:pt x="5592" y="15766"/>
                  </a:lnTo>
                  <a:lnTo>
                    <a:pt x="5077" y="15164"/>
                  </a:lnTo>
                  <a:lnTo>
                    <a:pt x="4629" y="14507"/>
                  </a:lnTo>
                  <a:lnTo>
                    <a:pt x="4254" y="13799"/>
                  </a:lnTo>
                  <a:lnTo>
                    <a:pt x="3958" y="13045"/>
                  </a:lnTo>
                  <a:lnTo>
                    <a:pt x="3747" y="12249"/>
                  </a:lnTo>
                  <a:lnTo>
                    <a:pt x="3627" y="11418"/>
                  </a:lnTo>
                  <a:lnTo>
                    <a:pt x="3603" y="10579"/>
                  </a:lnTo>
                  <a:lnTo>
                    <a:pt x="3675" y="9759"/>
                  </a:lnTo>
                  <a:lnTo>
                    <a:pt x="3837" y="8965"/>
                  </a:lnTo>
                  <a:lnTo>
                    <a:pt x="4085" y="8203"/>
                  </a:lnTo>
                  <a:lnTo>
                    <a:pt x="4413" y="7479"/>
                  </a:lnTo>
                  <a:lnTo>
                    <a:pt x="4818" y="6798"/>
                  </a:lnTo>
                  <a:lnTo>
                    <a:pt x="5292" y="6167"/>
                  </a:lnTo>
                  <a:lnTo>
                    <a:pt x="5833" y="5591"/>
                  </a:lnTo>
                  <a:lnTo>
                    <a:pt x="6435" y="5076"/>
                  </a:lnTo>
                  <a:lnTo>
                    <a:pt x="7092" y="4628"/>
                  </a:lnTo>
                  <a:lnTo>
                    <a:pt x="7800" y="4254"/>
                  </a:lnTo>
                  <a:lnTo>
                    <a:pt x="8554" y="3958"/>
                  </a:lnTo>
                  <a:lnTo>
                    <a:pt x="9349" y="3747"/>
                  </a:lnTo>
                  <a:lnTo>
                    <a:pt x="10180" y="3627"/>
                  </a:lnTo>
                  <a:lnTo>
                    <a:pt x="11020" y="3603"/>
                  </a:lnTo>
                  <a:lnTo>
                    <a:pt x="11839" y="3675"/>
                  </a:lnTo>
                  <a:lnTo>
                    <a:pt x="12633" y="3837"/>
                  </a:lnTo>
                  <a:lnTo>
                    <a:pt x="13395" y="4085"/>
                  </a:lnTo>
                  <a:lnTo>
                    <a:pt x="14120" y="4414"/>
                  </a:lnTo>
                  <a:lnTo>
                    <a:pt x="14801" y="4818"/>
                  </a:lnTo>
                  <a:lnTo>
                    <a:pt x="15432" y="5293"/>
                  </a:lnTo>
                  <a:lnTo>
                    <a:pt x="16008" y="5834"/>
                  </a:lnTo>
                  <a:lnTo>
                    <a:pt x="16523" y="6435"/>
                  </a:lnTo>
                  <a:lnTo>
                    <a:pt x="16971" y="7093"/>
                  </a:lnTo>
                  <a:lnTo>
                    <a:pt x="17346" y="7801"/>
                  </a:lnTo>
                  <a:lnTo>
                    <a:pt x="17642" y="8555"/>
                  </a:lnTo>
                  <a:lnTo>
                    <a:pt x="17853" y="9350"/>
                  </a:lnTo>
                  <a:lnTo>
                    <a:pt x="17973" y="10182"/>
                  </a:lnTo>
                  <a:lnTo>
                    <a:pt x="17997" y="11021"/>
                  </a:lnTo>
                  <a:lnTo>
                    <a:pt x="17997" y="2752"/>
                  </a:lnTo>
                  <a:lnTo>
                    <a:pt x="17445" y="2287"/>
                  </a:lnTo>
                  <a:lnTo>
                    <a:pt x="16805" y="1824"/>
                  </a:lnTo>
                  <a:lnTo>
                    <a:pt x="16132" y="1408"/>
                  </a:lnTo>
                  <a:lnTo>
                    <a:pt x="15428" y="1041"/>
                  </a:lnTo>
                  <a:lnTo>
                    <a:pt x="14697" y="726"/>
                  </a:lnTo>
                  <a:lnTo>
                    <a:pt x="13941" y="465"/>
                  </a:lnTo>
                  <a:lnTo>
                    <a:pt x="13162" y="259"/>
                  </a:lnTo>
                  <a:lnTo>
                    <a:pt x="12363" y="112"/>
                  </a:lnTo>
                  <a:lnTo>
                    <a:pt x="11546" y="25"/>
                  </a:lnTo>
                  <a:lnTo>
                    <a:pt x="10715" y="0"/>
                  </a:lnTo>
                  <a:lnTo>
                    <a:pt x="9871" y="40"/>
                  </a:lnTo>
                  <a:lnTo>
                    <a:pt x="9033" y="145"/>
                  </a:lnTo>
                  <a:lnTo>
                    <a:pt x="8218" y="311"/>
                  </a:lnTo>
                  <a:lnTo>
                    <a:pt x="7428" y="537"/>
                  </a:lnTo>
                  <a:lnTo>
                    <a:pt x="6666" y="819"/>
                  </a:lnTo>
                  <a:lnTo>
                    <a:pt x="5934" y="1155"/>
                  </a:lnTo>
                  <a:lnTo>
                    <a:pt x="5234" y="1542"/>
                  </a:lnTo>
                  <a:lnTo>
                    <a:pt x="4567" y="1977"/>
                  </a:lnTo>
                  <a:lnTo>
                    <a:pt x="3937" y="2459"/>
                  </a:lnTo>
                  <a:lnTo>
                    <a:pt x="3346" y="2984"/>
                  </a:lnTo>
                  <a:lnTo>
                    <a:pt x="2794" y="3550"/>
                  </a:lnTo>
                  <a:lnTo>
                    <a:pt x="2286" y="4154"/>
                  </a:lnTo>
                  <a:lnTo>
                    <a:pt x="1823" y="4794"/>
                  </a:lnTo>
                  <a:lnTo>
                    <a:pt x="1407" y="5467"/>
                  </a:lnTo>
                  <a:lnTo>
                    <a:pt x="1040" y="6170"/>
                  </a:lnTo>
                  <a:lnTo>
                    <a:pt x="725" y="6901"/>
                  </a:lnTo>
                  <a:lnTo>
                    <a:pt x="464" y="7658"/>
                  </a:lnTo>
                  <a:lnTo>
                    <a:pt x="259" y="8437"/>
                  </a:lnTo>
                  <a:lnTo>
                    <a:pt x="111" y="9236"/>
                  </a:lnTo>
                  <a:lnTo>
                    <a:pt x="24" y="10052"/>
                  </a:lnTo>
                  <a:lnTo>
                    <a:pt x="0" y="10884"/>
                  </a:lnTo>
                  <a:lnTo>
                    <a:pt x="40" y="11727"/>
                  </a:lnTo>
                  <a:lnTo>
                    <a:pt x="145" y="12565"/>
                  </a:lnTo>
                  <a:lnTo>
                    <a:pt x="312" y="13380"/>
                  </a:lnTo>
                  <a:lnTo>
                    <a:pt x="537" y="14170"/>
                  </a:lnTo>
                  <a:lnTo>
                    <a:pt x="820" y="14932"/>
                  </a:lnTo>
                  <a:lnTo>
                    <a:pt x="1155" y="15664"/>
                  </a:lnTo>
                  <a:lnTo>
                    <a:pt x="1542" y="16365"/>
                  </a:lnTo>
                  <a:lnTo>
                    <a:pt x="1978" y="17031"/>
                  </a:lnTo>
                  <a:lnTo>
                    <a:pt x="2460" y="17662"/>
                  </a:lnTo>
                  <a:lnTo>
                    <a:pt x="2985" y="18253"/>
                  </a:lnTo>
                  <a:lnTo>
                    <a:pt x="3551" y="18804"/>
                  </a:lnTo>
                  <a:lnTo>
                    <a:pt x="4156" y="19313"/>
                  </a:lnTo>
                  <a:lnTo>
                    <a:pt x="4796" y="19776"/>
                  </a:lnTo>
                  <a:lnTo>
                    <a:pt x="5469" y="20192"/>
                  </a:lnTo>
                  <a:lnTo>
                    <a:pt x="6172" y="20559"/>
                  </a:lnTo>
                  <a:lnTo>
                    <a:pt x="6903" y="20874"/>
                  </a:lnTo>
                  <a:lnTo>
                    <a:pt x="7659" y="21135"/>
                  </a:lnTo>
                  <a:lnTo>
                    <a:pt x="8439" y="21341"/>
                  </a:lnTo>
                  <a:lnTo>
                    <a:pt x="9238" y="21488"/>
                  </a:lnTo>
                  <a:lnTo>
                    <a:pt x="10054" y="21575"/>
                  </a:lnTo>
                  <a:lnTo>
                    <a:pt x="10886" y="21600"/>
                  </a:lnTo>
                  <a:lnTo>
                    <a:pt x="11729" y="21560"/>
                  </a:lnTo>
                  <a:lnTo>
                    <a:pt x="12567" y="21455"/>
                  </a:lnTo>
                  <a:lnTo>
                    <a:pt x="13382" y="21289"/>
                  </a:lnTo>
                  <a:lnTo>
                    <a:pt x="14172" y="21063"/>
                  </a:lnTo>
                  <a:lnTo>
                    <a:pt x="14934" y="20781"/>
                  </a:lnTo>
                  <a:lnTo>
                    <a:pt x="15666" y="20445"/>
                  </a:lnTo>
                  <a:lnTo>
                    <a:pt x="16367" y="20058"/>
                  </a:lnTo>
                  <a:lnTo>
                    <a:pt x="17033" y="19623"/>
                  </a:lnTo>
                  <a:lnTo>
                    <a:pt x="17663" y="19141"/>
                  </a:lnTo>
                  <a:lnTo>
                    <a:pt x="18255" y="18616"/>
                  </a:lnTo>
                  <a:lnTo>
                    <a:pt x="18806" y="18050"/>
                  </a:lnTo>
                  <a:lnTo>
                    <a:pt x="19314" y="17446"/>
                  </a:lnTo>
                  <a:lnTo>
                    <a:pt x="19432" y="17283"/>
                  </a:lnTo>
                  <a:lnTo>
                    <a:pt x="19777" y="16806"/>
                  </a:lnTo>
                  <a:lnTo>
                    <a:pt x="20193" y="16133"/>
                  </a:lnTo>
                  <a:lnTo>
                    <a:pt x="20560" y="15430"/>
                  </a:lnTo>
                  <a:lnTo>
                    <a:pt x="20875" y="14699"/>
                  </a:lnTo>
                  <a:lnTo>
                    <a:pt x="21136" y="13942"/>
                  </a:lnTo>
                  <a:lnTo>
                    <a:pt x="21341" y="13163"/>
                  </a:lnTo>
                  <a:lnTo>
                    <a:pt x="21489" y="12364"/>
                  </a:lnTo>
                  <a:lnTo>
                    <a:pt x="21576" y="11548"/>
                  </a:lnTo>
                  <a:lnTo>
                    <a:pt x="21600" y="10716"/>
                  </a:lnTo>
                  <a:close/>
                  <a:moveTo>
                    <a:pt x="14386" y="10491"/>
                  </a:moveTo>
                  <a:lnTo>
                    <a:pt x="14221" y="9677"/>
                  </a:lnTo>
                  <a:lnTo>
                    <a:pt x="13886" y="8945"/>
                  </a:lnTo>
                  <a:lnTo>
                    <a:pt x="13405" y="8316"/>
                  </a:lnTo>
                  <a:lnTo>
                    <a:pt x="12802" y="7808"/>
                  </a:lnTo>
                  <a:lnTo>
                    <a:pt x="12099" y="7442"/>
                  </a:lnTo>
                  <a:lnTo>
                    <a:pt x="11321" y="7237"/>
                  </a:lnTo>
                  <a:lnTo>
                    <a:pt x="10490" y="7214"/>
                  </a:lnTo>
                  <a:lnTo>
                    <a:pt x="9676" y="7379"/>
                  </a:lnTo>
                  <a:lnTo>
                    <a:pt x="8945" y="7714"/>
                  </a:lnTo>
                  <a:lnTo>
                    <a:pt x="8315" y="8195"/>
                  </a:lnTo>
                  <a:lnTo>
                    <a:pt x="7808" y="8798"/>
                  </a:lnTo>
                  <a:lnTo>
                    <a:pt x="7442" y="9501"/>
                  </a:lnTo>
                  <a:lnTo>
                    <a:pt x="7237" y="10279"/>
                  </a:lnTo>
                  <a:lnTo>
                    <a:pt x="7213" y="11109"/>
                  </a:lnTo>
                  <a:lnTo>
                    <a:pt x="7379" y="11923"/>
                  </a:lnTo>
                  <a:lnTo>
                    <a:pt x="7714" y="12655"/>
                  </a:lnTo>
                  <a:lnTo>
                    <a:pt x="8195" y="13284"/>
                  </a:lnTo>
                  <a:lnTo>
                    <a:pt x="8798" y="13792"/>
                  </a:lnTo>
                  <a:lnTo>
                    <a:pt x="9501" y="14158"/>
                  </a:lnTo>
                  <a:lnTo>
                    <a:pt x="10279" y="14363"/>
                  </a:lnTo>
                  <a:lnTo>
                    <a:pt x="11110" y="14387"/>
                  </a:lnTo>
                  <a:lnTo>
                    <a:pt x="11924" y="14221"/>
                  </a:lnTo>
                  <a:lnTo>
                    <a:pt x="12656" y="13886"/>
                  </a:lnTo>
                  <a:lnTo>
                    <a:pt x="13285" y="13405"/>
                  </a:lnTo>
                  <a:lnTo>
                    <a:pt x="13792" y="12802"/>
                  </a:lnTo>
                  <a:lnTo>
                    <a:pt x="14158" y="12100"/>
                  </a:lnTo>
                  <a:lnTo>
                    <a:pt x="14363" y="11321"/>
                  </a:lnTo>
                  <a:lnTo>
                    <a:pt x="14386" y="10491"/>
                  </a:lnTo>
                  <a:close/>
                </a:path>
              </a:pathLst>
            </a:custGeom>
            <a:noFill/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</p:grpSp>
      <p:sp>
        <p:nvSpPr>
          <p:cNvPr id="382" name="bg object 169"/>
          <p:cNvSpPr/>
          <p:nvPr/>
        </p:nvSpPr>
        <p:spPr>
          <a:xfrm>
            <a:off x="6663872" y="395274"/>
            <a:ext cx="741733" cy="65951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5772" y="21572"/>
                </a:moveTo>
                <a:lnTo>
                  <a:pt x="4634" y="21600"/>
                </a:lnTo>
                <a:lnTo>
                  <a:pt x="2661" y="21246"/>
                </a:lnTo>
                <a:lnTo>
                  <a:pt x="1167" y="20330"/>
                </a:lnTo>
                <a:lnTo>
                  <a:pt x="250" y="18851"/>
                </a:lnTo>
                <a:lnTo>
                  <a:pt x="0" y="16957"/>
                </a:lnTo>
                <a:lnTo>
                  <a:pt x="116" y="15888"/>
                </a:lnTo>
                <a:lnTo>
                  <a:pt x="800" y="13557"/>
                </a:lnTo>
                <a:lnTo>
                  <a:pt x="1357" y="12318"/>
                </a:lnTo>
                <a:lnTo>
                  <a:pt x="2049" y="11043"/>
                </a:lnTo>
                <a:lnTo>
                  <a:pt x="2871" y="9744"/>
                </a:lnTo>
                <a:lnTo>
                  <a:pt x="3816" y="8431"/>
                </a:lnTo>
                <a:lnTo>
                  <a:pt x="4879" y="7115"/>
                </a:lnTo>
                <a:lnTo>
                  <a:pt x="6054" y="5807"/>
                </a:lnTo>
                <a:lnTo>
                  <a:pt x="7335" y="4518"/>
                </a:lnTo>
                <a:lnTo>
                  <a:pt x="8717" y="3258"/>
                </a:lnTo>
                <a:lnTo>
                  <a:pt x="10193" y="2038"/>
                </a:lnTo>
                <a:lnTo>
                  <a:pt x="11550" y="1031"/>
                </a:lnTo>
                <a:lnTo>
                  <a:pt x="12601" y="378"/>
                </a:lnTo>
                <a:lnTo>
                  <a:pt x="13929" y="0"/>
                </a:lnTo>
                <a:lnTo>
                  <a:pt x="14279" y="205"/>
                </a:lnTo>
                <a:lnTo>
                  <a:pt x="14468" y="626"/>
                </a:lnTo>
                <a:lnTo>
                  <a:pt x="14532" y="1228"/>
                </a:lnTo>
                <a:lnTo>
                  <a:pt x="14508" y="1978"/>
                </a:lnTo>
                <a:lnTo>
                  <a:pt x="14431" y="2840"/>
                </a:lnTo>
                <a:lnTo>
                  <a:pt x="14338" y="3780"/>
                </a:lnTo>
                <a:lnTo>
                  <a:pt x="14265" y="4763"/>
                </a:lnTo>
                <a:lnTo>
                  <a:pt x="14325" y="6720"/>
                </a:lnTo>
                <a:lnTo>
                  <a:pt x="14901" y="8433"/>
                </a:lnTo>
                <a:lnTo>
                  <a:pt x="16132" y="9631"/>
                </a:lnTo>
                <a:lnTo>
                  <a:pt x="17743" y="10367"/>
                </a:lnTo>
                <a:lnTo>
                  <a:pt x="19404" y="10854"/>
                </a:lnTo>
                <a:lnTo>
                  <a:pt x="20149" y="11070"/>
                </a:lnTo>
                <a:lnTo>
                  <a:pt x="20783" y="11302"/>
                </a:lnTo>
                <a:lnTo>
                  <a:pt x="21264" y="11577"/>
                </a:lnTo>
                <a:lnTo>
                  <a:pt x="21550" y="11922"/>
                </a:lnTo>
                <a:lnTo>
                  <a:pt x="21600" y="12362"/>
                </a:lnTo>
                <a:lnTo>
                  <a:pt x="21373" y="12924"/>
                </a:lnTo>
                <a:lnTo>
                  <a:pt x="19921" y="14521"/>
                </a:lnTo>
                <a:lnTo>
                  <a:pt x="18614" y="15608"/>
                </a:lnTo>
                <a:lnTo>
                  <a:pt x="17088" y="16748"/>
                </a:lnTo>
                <a:lnTo>
                  <a:pt x="15562" y="17775"/>
                </a:lnTo>
                <a:lnTo>
                  <a:pt x="14045" y="18686"/>
                </a:lnTo>
                <a:lnTo>
                  <a:pt x="12549" y="19478"/>
                </a:lnTo>
                <a:lnTo>
                  <a:pt x="11086" y="20149"/>
                </a:lnTo>
                <a:lnTo>
                  <a:pt x="9666" y="20696"/>
                </a:lnTo>
                <a:lnTo>
                  <a:pt x="8299" y="21117"/>
                </a:lnTo>
                <a:lnTo>
                  <a:pt x="6998" y="21410"/>
                </a:lnTo>
                <a:lnTo>
                  <a:pt x="5772" y="21572"/>
                </a:lnTo>
                <a:close/>
              </a:path>
            </a:pathLst>
          </a:custGeom>
          <a:solidFill>
            <a:srgbClr val="C76528">
              <a:alpha val="14898"/>
            </a:srgb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83" name="bg object 170"/>
          <p:cNvSpPr/>
          <p:nvPr/>
        </p:nvSpPr>
        <p:spPr>
          <a:xfrm>
            <a:off x="6062902" y="591861"/>
            <a:ext cx="1182398" cy="85122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924" y="21585"/>
                </a:moveTo>
                <a:lnTo>
                  <a:pt x="798" y="21600"/>
                </a:lnTo>
                <a:lnTo>
                  <a:pt x="606" y="21589"/>
                </a:lnTo>
                <a:lnTo>
                  <a:pt x="423" y="21510"/>
                </a:lnTo>
                <a:lnTo>
                  <a:pt x="259" y="21367"/>
                </a:lnTo>
                <a:lnTo>
                  <a:pt x="123" y="21162"/>
                </a:lnTo>
                <a:lnTo>
                  <a:pt x="5" y="20785"/>
                </a:lnTo>
                <a:lnTo>
                  <a:pt x="0" y="20388"/>
                </a:lnTo>
                <a:lnTo>
                  <a:pt x="103" y="20018"/>
                </a:lnTo>
                <a:lnTo>
                  <a:pt x="307" y="19721"/>
                </a:lnTo>
                <a:lnTo>
                  <a:pt x="20441" y="171"/>
                </a:lnTo>
                <a:lnTo>
                  <a:pt x="20711" y="6"/>
                </a:lnTo>
                <a:lnTo>
                  <a:pt x="20996" y="0"/>
                </a:lnTo>
                <a:lnTo>
                  <a:pt x="21263" y="143"/>
                </a:lnTo>
                <a:lnTo>
                  <a:pt x="21477" y="427"/>
                </a:lnTo>
                <a:lnTo>
                  <a:pt x="21595" y="804"/>
                </a:lnTo>
                <a:lnTo>
                  <a:pt x="21600" y="1201"/>
                </a:lnTo>
                <a:lnTo>
                  <a:pt x="21497" y="1571"/>
                </a:lnTo>
                <a:lnTo>
                  <a:pt x="21293" y="1868"/>
                </a:lnTo>
                <a:lnTo>
                  <a:pt x="1160" y="21418"/>
                </a:lnTo>
                <a:lnTo>
                  <a:pt x="1048" y="21525"/>
                </a:lnTo>
                <a:lnTo>
                  <a:pt x="924" y="21585"/>
                </a:lnTo>
                <a:close/>
              </a:path>
            </a:pathLst>
          </a:custGeom>
          <a:solidFill>
            <a:srgbClr val="4F616B">
              <a:alpha val="14898"/>
            </a:srgb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84" name="Número de diapositiva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slideLayout" Target="../slideLayouts/slideLayout1.xml"/><Relationship Id="rId7" Type="http://schemas.openxmlformats.org/officeDocument/2006/relationships/slideLayout" Target="../slideLayouts/slideLayout2.xml"/><Relationship Id="rId8" Type="http://schemas.openxmlformats.org/officeDocument/2006/relationships/slideLayout" Target="../slideLayouts/slideLayout3.xml"/><Relationship Id="rId9" Type="http://schemas.openxmlformats.org/officeDocument/2006/relationships/slideLayout" Target="../slideLayouts/slideLayout4.xml"/><Relationship Id="rId10" Type="http://schemas.openxmlformats.org/officeDocument/2006/relationships/slideLayout" Target="../slideLayouts/slideLayout5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 object 16"/>
          <p:cNvSpPr/>
          <p:nvPr/>
        </p:nvSpPr>
        <p:spPr>
          <a:xfrm>
            <a:off x="0" y="7332637"/>
            <a:ext cx="7562850" cy="1966761"/>
          </a:xfrm>
          <a:prstGeom prst="rect">
            <a:avLst/>
          </a:prstGeom>
          <a:solidFill>
            <a:srgbClr val="FEAED8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" name="bg object 17"/>
          <p:cNvSpPr/>
          <p:nvPr/>
        </p:nvSpPr>
        <p:spPr>
          <a:xfrm>
            <a:off x="4584534" y="7491521"/>
            <a:ext cx="2684476" cy="320505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600" y="21600"/>
                </a:moveTo>
                <a:lnTo>
                  <a:pt x="0" y="21600"/>
                </a:lnTo>
                <a:lnTo>
                  <a:pt x="0" y="1824"/>
                </a:lnTo>
                <a:lnTo>
                  <a:pt x="35" y="1497"/>
                </a:lnTo>
                <a:lnTo>
                  <a:pt x="137" y="1188"/>
                </a:lnTo>
                <a:lnTo>
                  <a:pt x="298" y="904"/>
                </a:lnTo>
                <a:lnTo>
                  <a:pt x="513" y="650"/>
                </a:lnTo>
                <a:lnTo>
                  <a:pt x="776" y="430"/>
                </a:lnTo>
                <a:lnTo>
                  <a:pt x="1080" y="250"/>
                </a:lnTo>
                <a:lnTo>
                  <a:pt x="1419" y="114"/>
                </a:lnTo>
                <a:lnTo>
                  <a:pt x="1787" y="29"/>
                </a:lnTo>
                <a:lnTo>
                  <a:pt x="2177" y="0"/>
                </a:lnTo>
                <a:lnTo>
                  <a:pt x="19423" y="0"/>
                </a:lnTo>
                <a:lnTo>
                  <a:pt x="19813" y="29"/>
                </a:lnTo>
                <a:lnTo>
                  <a:pt x="20181" y="114"/>
                </a:lnTo>
                <a:lnTo>
                  <a:pt x="20520" y="250"/>
                </a:lnTo>
                <a:lnTo>
                  <a:pt x="20824" y="430"/>
                </a:lnTo>
                <a:lnTo>
                  <a:pt x="21087" y="650"/>
                </a:lnTo>
                <a:lnTo>
                  <a:pt x="21302" y="904"/>
                </a:lnTo>
                <a:lnTo>
                  <a:pt x="21463" y="1188"/>
                </a:lnTo>
                <a:lnTo>
                  <a:pt x="21565" y="1497"/>
                </a:lnTo>
                <a:lnTo>
                  <a:pt x="21600" y="1824"/>
                </a:lnTo>
                <a:lnTo>
                  <a:pt x="21600" y="21600"/>
                </a:lnTo>
                <a:close/>
              </a:path>
            </a:pathLst>
          </a:custGeom>
          <a:solidFill>
            <a:srgbClr val="1D3C7B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pic>
        <p:nvPicPr>
          <p:cNvPr id="4" name="bg object 18" descr="bg object 18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950821" y="3257691"/>
            <a:ext cx="6612029" cy="4490042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7" name="bg object 19"/>
          <p:cNvGrpSpPr/>
          <p:nvPr/>
        </p:nvGrpSpPr>
        <p:grpSpPr>
          <a:xfrm>
            <a:off x="4629136" y="8099500"/>
            <a:ext cx="2595259" cy="2597087"/>
            <a:chOff x="0" y="0"/>
            <a:chExt cx="2595258" cy="2597086"/>
          </a:xfrm>
        </p:grpSpPr>
        <p:sp>
          <p:nvSpPr>
            <p:cNvPr id="5" name="Cuadrado"/>
            <p:cNvSpPr/>
            <p:nvPr/>
          </p:nvSpPr>
          <p:spPr>
            <a:xfrm>
              <a:off x="455803" y="0"/>
              <a:ext cx="1687335" cy="1687335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6" name="Figura"/>
            <p:cNvSpPr/>
            <p:nvPr/>
          </p:nvSpPr>
          <p:spPr>
            <a:xfrm>
              <a:off x="0" y="1955279"/>
              <a:ext cx="2595258" cy="64180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8805"/>
                  </a:moveTo>
                  <a:lnTo>
                    <a:pt x="21565" y="7225"/>
                  </a:lnTo>
                  <a:lnTo>
                    <a:pt x="21463" y="5737"/>
                  </a:lnTo>
                  <a:lnTo>
                    <a:pt x="21302" y="4366"/>
                  </a:lnTo>
                  <a:lnTo>
                    <a:pt x="21087" y="3136"/>
                  </a:lnTo>
                  <a:lnTo>
                    <a:pt x="20824" y="2074"/>
                  </a:lnTo>
                  <a:lnTo>
                    <a:pt x="20520" y="1204"/>
                  </a:lnTo>
                  <a:lnTo>
                    <a:pt x="20181" y="552"/>
                  </a:lnTo>
                  <a:lnTo>
                    <a:pt x="19813" y="142"/>
                  </a:lnTo>
                  <a:lnTo>
                    <a:pt x="19422" y="0"/>
                  </a:lnTo>
                  <a:lnTo>
                    <a:pt x="2178" y="0"/>
                  </a:lnTo>
                  <a:lnTo>
                    <a:pt x="1787" y="142"/>
                  </a:lnTo>
                  <a:lnTo>
                    <a:pt x="1419" y="552"/>
                  </a:lnTo>
                  <a:lnTo>
                    <a:pt x="1080" y="1204"/>
                  </a:lnTo>
                  <a:lnTo>
                    <a:pt x="776" y="2074"/>
                  </a:lnTo>
                  <a:lnTo>
                    <a:pt x="513" y="3136"/>
                  </a:lnTo>
                  <a:lnTo>
                    <a:pt x="298" y="4366"/>
                  </a:lnTo>
                  <a:lnTo>
                    <a:pt x="137" y="5737"/>
                  </a:lnTo>
                  <a:lnTo>
                    <a:pt x="35" y="7225"/>
                  </a:lnTo>
                  <a:lnTo>
                    <a:pt x="0" y="8805"/>
                  </a:lnTo>
                  <a:lnTo>
                    <a:pt x="0" y="21600"/>
                  </a:lnTo>
                  <a:lnTo>
                    <a:pt x="21600" y="21600"/>
                  </a:lnTo>
                  <a:lnTo>
                    <a:pt x="21600" y="8805"/>
                  </a:ln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</p:grpSp>
      <p:sp>
        <p:nvSpPr>
          <p:cNvPr id="8" name="bg object 20"/>
          <p:cNvSpPr/>
          <p:nvPr/>
        </p:nvSpPr>
        <p:spPr>
          <a:xfrm>
            <a:off x="5187205" y="8227317"/>
            <a:ext cx="1482816" cy="10226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0"/>
                </a:moveTo>
                <a:lnTo>
                  <a:pt x="5214" y="0"/>
                </a:lnTo>
                <a:moveTo>
                  <a:pt x="5959" y="0"/>
                </a:moveTo>
                <a:lnTo>
                  <a:pt x="8193" y="0"/>
                </a:lnTo>
                <a:moveTo>
                  <a:pt x="8938" y="0"/>
                </a:moveTo>
                <a:lnTo>
                  <a:pt x="11917" y="0"/>
                </a:lnTo>
                <a:moveTo>
                  <a:pt x="12662" y="0"/>
                </a:moveTo>
                <a:lnTo>
                  <a:pt x="14152" y="0"/>
                </a:lnTo>
                <a:moveTo>
                  <a:pt x="16386" y="0"/>
                </a:moveTo>
                <a:lnTo>
                  <a:pt x="21600" y="0"/>
                </a:lnTo>
                <a:moveTo>
                  <a:pt x="0" y="10800"/>
                </a:moveTo>
                <a:lnTo>
                  <a:pt x="745" y="10800"/>
                </a:lnTo>
                <a:moveTo>
                  <a:pt x="4469" y="10800"/>
                </a:moveTo>
                <a:lnTo>
                  <a:pt x="5214" y="10800"/>
                </a:lnTo>
                <a:moveTo>
                  <a:pt x="6703" y="10800"/>
                </a:moveTo>
                <a:lnTo>
                  <a:pt x="7448" y="10800"/>
                </a:lnTo>
                <a:moveTo>
                  <a:pt x="8938" y="10800"/>
                </a:moveTo>
                <a:lnTo>
                  <a:pt x="9683" y="10800"/>
                </a:lnTo>
                <a:moveTo>
                  <a:pt x="11172" y="10800"/>
                </a:moveTo>
                <a:lnTo>
                  <a:pt x="11917" y="10800"/>
                </a:lnTo>
                <a:moveTo>
                  <a:pt x="12662" y="10800"/>
                </a:moveTo>
                <a:lnTo>
                  <a:pt x="13407" y="10800"/>
                </a:lnTo>
                <a:moveTo>
                  <a:pt x="14897" y="10800"/>
                </a:moveTo>
                <a:lnTo>
                  <a:pt x="15641" y="10800"/>
                </a:lnTo>
                <a:moveTo>
                  <a:pt x="16386" y="10800"/>
                </a:moveTo>
                <a:lnTo>
                  <a:pt x="17131" y="10800"/>
                </a:lnTo>
                <a:moveTo>
                  <a:pt x="20855" y="10800"/>
                </a:moveTo>
                <a:lnTo>
                  <a:pt x="21600" y="10800"/>
                </a:lnTo>
                <a:moveTo>
                  <a:pt x="0" y="21600"/>
                </a:moveTo>
                <a:lnTo>
                  <a:pt x="745" y="21600"/>
                </a:lnTo>
              </a:path>
            </a:pathLst>
          </a:custGeom>
          <a:ln w="51131">
            <a:solidFill>
              <a:srgbClr val="00000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9" name="bg object 21"/>
          <p:cNvSpPr/>
          <p:nvPr/>
        </p:nvSpPr>
        <p:spPr>
          <a:xfrm>
            <a:off x="5289468" y="8304014"/>
            <a:ext cx="153395" cy="51133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0" name="bg object 22"/>
          <p:cNvSpPr/>
          <p:nvPr/>
        </p:nvSpPr>
        <p:spPr>
          <a:xfrm>
            <a:off x="5493996" y="8329579"/>
            <a:ext cx="869236" cy="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0" fill="norm" stroke="1" extrusionOk="0">
                <a:moveTo>
                  <a:pt x="0" y="0"/>
                </a:moveTo>
                <a:lnTo>
                  <a:pt x="1271" y="0"/>
                </a:lnTo>
                <a:moveTo>
                  <a:pt x="2541" y="0"/>
                </a:moveTo>
                <a:lnTo>
                  <a:pt x="5082" y="0"/>
                </a:lnTo>
                <a:moveTo>
                  <a:pt x="6353" y="0"/>
                </a:moveTo>
                <a:lnTo>
                  <a:pt x="7624" y="0"/>
                </a:lnTo>
                <a:moveTo>
                  <a:pt x="8894" y="0"/>
                </a:moveTo>
                <a:lnTo>
                  <a:pt x="10165" y="0"/>
                </a:lnTo>
                <a:moveTo>
                  <a:pt x="13976" y="0"/>
                </a:moveTo>
                <a:lnTo>
                  <a:pt x="15247" y="0"/>
                </a:lnTo>
                <a:moveTo>
                  <a:pt x="16518" y="0"/>
                </a:moveTo>
                <a:lnTo>
                  <a:pt x="19059" y="0"/>
                </a:lnTo>
                <a:moveTo>
                  <a:pt x="20329" y="0"/>
                </a:moveTo>
                <a:lnTo>
                  <a:pt x="21600" y="0"/>
                </a:lnTo>
              </a:path>
            </a:pathLst>
          </a:custGeom>
          <a:ln w="51131">
            <a:solidFill>
              <a:srgbClr val="00000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1" name="bg object 23"/>
          <p:cNvSpPr/>
          <p:nvPr/>
        </p:nvSpPr>
        <p:spPr>
          <a:xfrm>
            <a:off x="6414363" y="8304014"/>
            <a:ext cx="153395" cy="51133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2" name="bg object 24"/>
          <p:cNvSpPr/>
          <p:nvPr/>
        </p:nvSpPr>
        <p:spPr>
          <a:xfrm>
            <a:off x="5187205" y="8329579"/>
            <a:ext cx="1482816" cy="5113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0855" y="0"/>
                </a:moveTo>
                <a:lnTo>
                  <a:pt x="21600" y="0"/>
                </a:lnTo>
                <a:moveTo>
                  <a:pt x="0" y="21600"/>
                </a:moveTo>
                <a:lnTo>
                  <a:pt x="745" y="21600"/>
                </a:lnTo>
              </a:path>
            </a:pathLst>
          </a:custGeom>
          <a:ln w="51131">
            <a:solidFill>
              <a:srgbClr val="00000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3" name="bg object 25"/>
          <p:cNvSpPr/>
          <p:nvPr/>
        </p:nvSpPr>
        <p:spPr>
          <a:xfrm>
            <a:off x="5289468" y="8355145"/>
            <a:ext cx="153395" cy="51133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4" name="bg object 26"/>
          <p:cNvSpPr/>
          <p:nvPr/>
        </p:nvSpPr>
        <p:spPr>
          <a:xfrm>
            <a:off x="5493996" y="8380711"/>
            <a:ext cx="357922" cy="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0" fill="norm" stroke="1" extrusionOk="0">
                <a:moveTo>
                  <a:pt x="0" y="0"/>
                </a:moveTo>
                <a:lnTo>
                  <a:pt x="3086" y="0"/>
                </a:lnTo>
                <a:moveTo>
                  <a:pt x="12343" y="0"/>
                </a:moveTo>
                <a:lnTo>
                  <a:pt x="15429" y="0"/>
                </a:lnTo>
                <a:moveTo>
                  <a:pt x="18514" y="0"/>
                </a:moveTo>
                <a:lnTo>
                  <a:pt x="21600" y="0"/>
                </a:lnTo>
              </a:path>
            </a:pathLst>
          </a:custGeom>
          <a:ln w="51131">
            <a:solidFill>
              <a:srgbClr val="00000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5" name="bg object 27"/>
          <p:cNvSpPr/>
          <p:nvPr/>
        </p:nvSpPr>
        <p:spPr>
          <a:xfrm>
            <a:off x="5954178" y="8355145"/>
            <a:ext cx="204527" cy="51133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6" name="bg object 28"/>
          <p:cNvSpPr/>
          <p:nvPr/>
        </p:nvSpPr>
        <p:spPr>
          <a:xfrm>
            <a:off x="6312099" y="8380711"/>
            <a:ext cx="51132" cy="1"/>
          </a:xfrm>
          <a:prstGeom prst="line">
            <a:avLst/>
          </a:prstGeom>
          <a:ln w="51131">
            <a:solidFill>
              <a:srgbClr val="00000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7" name="bg object 29"/>
          <p:cNvSpPr/>
          <p:nvPr/>
        </p:nvSpPr>
        <p:spPr>
          <a:xfrm>
            <a:off x="6414363" y="8355145"/>
            <a:ext cx="153395" cy="51133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8" name="bg object 30"/>
          <p:cNvSpPr/>
          <p:nvPr/>
        </p:nvSpPr>
        <p:spPr>
          <a:xfrm>
            <a:off x="5187205" y="8380711"/>
            <a:ext cx="1482816" cy="5113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0855" y="0"/>
                </a:moveTo>
                <a:lnTo>
                  <a:pt x="21600" y="0"/>
                </a:lnTo>
                <a:moveTo>
                  <a:pt x="0" y="21600"/>
                </a:moveTo>
                <a:lnTo>
                  <a:pt x="745" y="21600"/>
                </a:lnTo>
              </a:path>
            </a:pathLst>
          </a:custGeom>
          <a:ln w="51131">
            <a:solidFill>
              <a:srgbClr val="00000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9" name="bg object 31"/>
          <p:cNvSpPr/>
          <p:nvPr/>
        </p:nvSpPr>
        <p:spPr>
          <a:xfrm>
            <a:off x="5289468" y="8406276"/>
            <a:ext cx="153395" cy="51133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0" name="bg object 32"/>
          <p:cNvSpPr/>
          <p:nvPr/>
        </p:nvSpPr>
        <p:spPr>
          <a:xfrm>
            <a:off x="5493996" y="8431842"/>
            <a:ext cx="255658" cy="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0" fill="norm" stroke="1" extrusionOk="0">
                <a:moveTo>
                  <a:pt x="0" y="0"/>
                </a:moveTo>
                <a:lnTo>
                  <a:pt x="4320" y="0"/>
                </a:lnTo>
                <a:moveTo>
                  <a:pt x="17280" y="0"/>
                </a:moveTo>
                <a:lnTo>
                  <a:pt x="21600" y="0"/>
                </a:lnTo>
              </a:path>
            </a:pathLst>
          </a:custGeom>
          <a:ln w="51131">
            <a:solidFill>
              <a:srgbClr val="00000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1" name="bg object 33"/>
          <p:cNvSpPr/>
          <p:nvPr/>
        </p:nvSpPr>
        <p:spPr>
          <a:xfrm>
            <a:off x="5954178" y="8406276"/>
            <a:ext cx="204527" cy="51133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2" name="bg object 34"/>
          <p:cNvSpPr/>
          <p:nvPr/>
        </p:nvSpPr>
        <p:spPr>
          <a:xfrm>
            <a:off x="6312099" y="8431842"/>
            <a:ext cx="51132" cy="1"/>
          </a:xfrm>
          <a:prstGeom prst="line">
            <a:avLst/>
          </a:prstGeom>
          <a:ln w="51131">
            <a:solidFill>
              <a:srgbClr val="00000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3" name="bg object 35"/>
          <p:cNvSpPr/>
          <p:nvPr/>
        </p:nvSpPr>
        <p:spPr>
          <a:xfrm>
            <a:off x="6414363" y="8406276"/>
            <a:ext cx="153395" cy="51133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4" name="bg object 36"/>
          <p:cNvSpPr/>
          <p:nvPr/>
        </p:nvSpPr>
        <p:spPr>
          <a:xfrm>
            <a:off x="5187205" y="8431842"/>
            <a:ext cx="1482816" cy="40905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0855" y="0"/>
                </a:moveTo>
                <a:lnTo>
                  <a:pt x="21600" y="0"/>
                </a:lnTo>
                <a:moveTo>
                  <a:pt x="0" y="2700"/>
                </a:moveTo>
                <a:lnTo>
                  <a:pt x="745" y="2700"/>
                </a:lnTo>
                <a:moveTo>
                  <a:pt x="4469" y="2700"/>
                </a:moveTo>
                <a:lnTo>
                  <a:pt x="5214" y="2700"/>
                </a:lnTo>
                <a:moveTo>
                  <a:pt x="5959" y="2700"/>
                </a:moveTo>
                <a:lnTo>
                  <a:pt x="6703" y="2700"/>
                </a:lnTo>
                <a:moveTo>
                  <a:pt x="7448" y="2700"/>
                </a:moveTo>
                <a:lnTo>
                  <a:pt x="11172" y="2700"/>
                </a:lnTo>
                <a:moveTo>
                  <a:pt x="11917" y="2700"/>
                </a:moveTo>
                <a:lnTo>
                  <a:pt x="12662" y="2700"/>
                </a:lnTo>
                <a:moveTo>
                  <a:pt x="14897" y="2700"/>
                </a:moveTo>
                <a:lnTo>
                  <a:pt x="15641" y="2700"/>
                </a:lnTo>
                <a:moveTo>
                  <a:pt x="16386" y="2700"/>
                </a:moveTo>
                <a:lnTo>
                  <a:pt x="17131" y="2700"/>
                </a:lnTo>
                <a:moveTo>
                  <a:pt x="20855" y="2700"/>
                </a:moveTo>
                <a:lnTo>
                  <a:pt x="21600" y="2700"/>
                </a:lnTo>
                <a:moveTo>
                  <a:pt x="0" y="5400"/>
                </a:moveTo>
                <a:lnTo>
                  <a:pt x="5214" y="5400"/>
                </a:lnTo>
                <a:moveTo>
                  <a:pt x="5959" y="5400"/>
                </a:moveTo>
                <a:lnTo>
                  <a:pt x="6703" y="5400"/>
                </a:lnTo>
                <a:moveTo>
                  <a:pt x="7448" y="5400"/>
                </a:moveTo>
                <a:lnTo>
                  <a:pt x="8193" y="5400"/>
                </a:lnTo>
                <a:moveTo>
                  <a:pt x="8938" y="5400"/>
                </a:moveTo>
                <a:lnTo>
                  <a:pt x="9683" y="5400"/>
                </a:lnTo>
                <a:moveTo>
                  <a:pt x="10428" y="5400"/>
                </a:moveTo>
                <a:lnTo>
                  <a:pt x="11172" y="5400"/>
                </a:lnTo>
                <a:moveTo>
                  <a:pt x="11917" y="5400"/>
                </a:moveTo>
                <a:lnTo>
                  <a:pt x="12662" y="5400"/>
                </a:lnTo>
                <a:moveTo>
                  <a:pt x="13407" y="5400"/>
                </a:moveTo>
                <a:lnTo>
                  <a:pt x="14152" y="5400"/>
                </a:lnTo>
                <a:moveTo>
                  <a:pt x="14897" y="5400"/>
                </a:moveTo>
                <a:lnTo>
                  <a:pt x="15641" y="5400"/>
                </a:lnTo>
                <a:moveTo>
                  <a:pt x="16386" y="5400"/>
                </a:moveTo>
                <a:lnTo>
                  <a:pt x="21600" y="5400"/>
                </a:lnTo>
                <a:moveTo>
                  <a:pt x="6703" y="8100"/>
                </a:moveTo>
                <a:lnTo>
                  <a:pt x="7448" y="8100"/>
                </a:lnTo>
                <a:moveTo>
                  <a:pt x="8193" y="8100"/>
                </a:moveTo>
                <a:lnTo>
                  <a:pt x="8938" y="8100"/>
                </a:lnTo>
                <a:moveTo>
                  <a:pt x="9683" y="8100"/>
                </a:moveTo>
                <a:lnTo>
                  <a:pt x="10428" y="8100"/>
                </a:lnTo>
                <a:moveTo>
                  <a:pt x="13407" y="8100"/>
                </a:moveTo>
                <a:lnTo>
                  <a:pt x="14152" y="8100"/>
                </a:lnTo>
                <a:moveTo>
                  <a:pt x="0" y="10800"/>
                </a:moveTo>
                <a:lnTo>
                  <a:pt x="745" y="10800"/>
                </a:lnTo>
                <a:moveTo>
                  <a:pt x="1490" y="10800"/>
                </a:moveTo>
                <a:lnTo>
                  <a:pt x="2234" y="10800"/>
                </a:lnTo>
                <a:moveTo>
                  <a:pt x="4469" y="10800"/>
                </a:moveTo>
                <a:lnTo>
                  <a:pt x="5959" y="10800"/>
                </a:lnTo>
                <a:moveTo>
                  <a:pt x="8193" y="10800"/>
                </a:moveTo>
                <a:lnTo>
                  <a:pt x="8938" y="10800"/>
                </a:lnTo>
                <a:moveTo>
                  <a:pt x="9683" y="10800"/>
                </a:moveTo>
                <a:lnTo>
                  <a:pt x="10428" y="10800"/>
                </a:lnTo>
                <a:moveTo>
                  <a:pt x="11172" y="10800"/>
                </a:moveTo>
                <a:lnTo>
                  <a:pt x="12662" y="10800"/>
                </a:lnTo>
                <a:moveTo>
                  <a:pt x="14897" y="10800"/>
                </a:moveTo>
                <a:lnTo>
                  <a:pt x="15641" y="10800"/>
                </a:lnTo>
                <a:moveTo>
                  <a:pt x="17131" y="10800"/>
                </a:moveTo>
                <a:lnTo>
                  <a:pt x="17876" y="10800"/>
                </a:lnTo>
                <a:moveTo>
                  <a:pt x="19366" y="10800"/>
                </a:moveTo>
                <a:lnTo>
                  <a:pt x="20110" y="10800"/>
                </a:lnTo>
                <a:moveTo>
                  <a:pt x="20855" y="10800"/>
                </a:moveTo>
                <a:lnTo>
                  <a:pt x="21600" y="10800"/>
                </a:lnTo>
                <a:moveTo>
                  <a:pt x="0" y="13500"/>
                </a:moveTo>
                <a:lnTo>
                  <a:pt x="745" y="13500"/>
                </a:lnTo>
                <a:moveTo>
                  <a:pt x="2234" y="13500"/>
                </a:moveTo>
                <a:lnTo>
                  <a:pt x="2979" y="13500"/>
                </a:lnTo>
                <a:moveTo>
                  <a:pt x="5214" y="13500"/>
                </a:moveTo>
                <a:lnTo>
                  <a:pt x="7448" y="13500"/>
                </a:lnTo>
                <a:moveTo>
                  <a:pt x="8193" y="13500"/>
                </a:moveTo>
                <a:lnTo>
                  <a:pt x="8938" y="13500"/>
                </a:lnTo>
                <a:moveTo>
                  <a:pt x="11917" y="13500"/>
                </a:moveTo>
                <a:lnTo>
                  <a:pt x="12662" y="13500"/>
                </a:lnTo>
                <a:moveTo>
                  <a:pt x="14152" y="13500"/>
                </a:moveTo>
                <a:lnTo>
                  <a:pt x="15641" y="13500"/>
                </a:lnTo>
                <a:moveTo>
                  <a:pt x="16386" y="13500"/>
                </a:moveTo>
                <a:lnTo>
                  <a:pt x="17876" y="13500"/>
                </a:lnTo>
                <a:moveTo>
                  <a:pt x="20110" y="13500"/>
                </a:moveTo>
                <a:lnTo>
                  <a:pt x="21600" y="13500"/>
                </a:lnTo>
                <a:moveTo>
                  <a:pt x="745" y="16200"/>
                </a:moveTo>
                <a:lnTo>
                  <a:pt x="1490" y="16200"/>
                </a:lnTo>
                <a:moveTo>
                  <a:pt x="2979" y="16200"/>
                </a:moveTo>
                <a:lnTo>
                  <a:pt x="3724" y="16200"/>
                </a:lnTo>
                <a:moveTo>
                  <a:pt x="4469" y="16200"/>
                </a:moveTo>
                <a:lnTo>
                  <a:pt x="5214" y="16200"/>
                </a:lnTo>
                <a:moveTo>
                  <a:pt x="8193" y="16200"/>
                </a:moveTo>
                <a:lnTo>
                  <a:pt x="8938" y="16200"/>
                </a:lnTo>
                <a:moveTo>
                  <a:pt x="9683" y="16200"/>
                </a:moveTo>
                <a:lnTo>
                  <a:pt x="11172" y="16200"/>
                </a:lnTo>
                <a:moveTo>
                  <a:pt x="11917" y="16200"/>
                </a:moveTo>
                <a:lnTo>
                  <a:pt x="13407" y="16200"/>
                </a:lnTo>
                <a:moveTo>
                  <a:pt x="14152" y="16200"/>
                </a:moveTo>
                <a:lnTo>
                  <a:pt x="14897" y="16200"/>
                </a:lnTo>
                <a:moveTo>
                  <a:pt x="17131" y="16200"/>
                </a:moveTo>
                <a:lnTo>
                  <a:pt x="17876" y="16200"/>
                </a:lnTo>
                <a:moveTo>
                  <a:pt x="18621" y="16200"/>
                </a:moveTo>
                <a:lnTo>
                  <a:pt x="20110" y="16200"/>
                </a:lnTo>
                <a:moveTo>
                  <a:pt x="20855" y="16200"/>
                </a:moveTo>
                <a:lnTo>
                  <a:pt x="21600" y="16200"/>
                </a:lnTo>
                <a:moveTo>
                  <a:pt x="745" y="18900"/>
                </a:moveTo>
                <a:lnTo>
                  <a:pt x="1490" y="18900"/>
                </a:lnTo>
                <a:moveTo>
                  <a:pt x="2979" y="18900"/>
                </a:moveTo>
                <a:lnTo>
                  <a:pt x="4469" y="18900"/>
                </a:lnTo>
                <a:moveTo>
                  <a:pt x="7448" y="18900"/>
                </a:moveTo>
                <a:lnTo>
                  <a:pt x="8938" y="18900"/>
                </a:lnTo>
                <a:moveTo>
                  <a:pt x="10428" y="18900"/>
                </a:moveTo>
                <a:lnTo>
                  <a:pt x="12662" y="18900"/>
                </a:lnTo>
                <a:moveTo>
                  <a:pt x="14152" y="18900"/>
                </a:moveTo>
                <a:lnTo>
                  <a:pt x="14897" y="18900"/>
                </a:lnTo>
                <a:moveTo>
                  <a:pt x="17131" y="18900"/>
                </a:moveTo>
                <a:lnTo>
                  <a:pt x="19366" y="18900"/>
                </a:lnTo>
                <a:moveTo>
                  <a:pt x="0" y="21600"/>
                </a:moveTo>
                <a:lnTo>
                  <a:pt x="2234" y="21600"/>
                </a:lnTo>
                <a:moveTo>
                  <a:pt x="3724" y="21600"/>
                </a:moveTo>
                <a:lnTo>
                  <a:pt x="6703" y="21600"/>
                </a:lnTo>
                <a:moveTo>
                  <a:pt x="8938" y="21600"/>
                </a:moveTo>
                <a:lnTo>
                  <a:pt x="11172" y="21600"/>
                </a:lnTo>
                <a:moveTo>
                  <a:pt x="11917" y="21600"/>
                </a:moveTo>
                <a:lnTo>
                  <a:pt x="12662" y="21600"/>
                </a:lnTo>
                <a:moveTo>
                  <a:pt x="14897" y="21600"/>
                </a:moveTo>
                <a:lnTo>
                  <a:pt x="15641" y="21600"/>
                </a:lnTo>
                <a:moveTo>
                  <a:pt x="16386" y="21600"/>
                </a:moveTo>
                <a:lnTo>
                  <a:pt x="17876" y="21600"/>
                </a:lnTo>
              </a:path>
            </a:pathLst>
          </a:custGeom>
          <a:ln w="51131">
            <a:solidFill>
              <a:srgbClr val="00000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5" name="bg object 37"/>
          <p:cNvSpPr/>
          <p:nvPr/>
        </p:nvSpPr>
        <p:spPr>
          <a:xfrm>
            <a:off x="6618889" y="8840896"/>
            <a:ext cx="51133" cy="1"/>
          </a:xfrm>
          <a:prstGeom prst="line">
            <a:avLst/>
          </a:prstGeom>
          <a:ln w="51131">
            <a:solidFill>
              <a:srgbClr val="00000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6" name="bg object 38"/>
          <p:cNvSpPr/>
          <p:nvPr/>
        </p:nvSpPr>
        <p:spPr>
          <a:xfrm>
            <a:off x="5238338" y="8892027"/>
            <a:ext cx="51132" cy="1"/>
          </a:xfrm>
          <a:prstGeom prst="line">
            <a:avLst/>
          </a:prstGeom>
          <a:ln w="51131">
            <a:solidFill>
              <a:srgbClr val="00000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7" name="bg object 39"/>
          <p:cNvSpPr/>
          <p:nvPr/>
        </p:nvSpPr>
        <p:spPr>
          <a:xfrm>
            <a:off x="5340601" y="8892027"/>
            <a:ext cx="153395" cy="1"/>
          </a:xfrm>
          <a:prstGeom prst="line">
            <a:avLst/>
          </a:prstGeom>
          <a:ln w="51131">
            <a:solidFill>
              <a:srgbClr val="00000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8" name="bg object 40"/>
          <p:cNvSpPr/>
          <p:nvPr/>
        </p:nvSpPr>
        <p:spPr>
          <a:xfrm>
            <a:off x="5545127" y="8892027"/>
            <a:ext cx="102264" cy="1"/>
          </a:xfrm>
          <a:prstGeom prst="line">
            <a:avLst/>
          </a:prstGeom>
          <a:ln w="51131">
            <a:solidFill>
              <a:srgbClr val="00000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9" name="bg object 41"/>
          <p:cNvSpPr/>
          <p:nvPr/>
        </p:nvSpPr>
        <p:spPr>
          <a:xfrm>
            <a:off x="5698521" y="8892027"/>
            <a:ext cx="51132" cy="1"/>
          </a:xfrm>
          <a:prstGeom prst="line">
            <a:avLst/>
          </a:prstGeom>
          <a:ln w="51131">
            <a:solidFill>
              <a:srgbClr val="00000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0" name="bg object 42"/>
          <p:cNvSpPr/>
          <p:nvPr/>
        </p:nvSpPr>
        <p:spPr>
          <a:xfrm>
            <a:off x="5851916" y="8892027"/>
            <a:ext cx="102264" cy="1"/>
          </a:xfrm>
          <a:prstGeom prst="line">
            <a:avLst/>
          </a:prstGeom>
          <a:ln w="51131">
            <a:solidFill>
              <a:srgbClr val="00000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1" name="bg object 43"/>
          <p:cNvSpPr/>
          <p:nvPr/>
        </p:nvSpPr>
        <p:spPr>
          <a:xfrm>
            <a:off x="6158705" y="8892027"/>
            <a:ext cx="102264" cy="1"/>
          </a:xfrm>
          <a:prstGeom prst="line">
            <a:avLst/>
          </a:prstGeom>
          <a:ln w="51131">
            <a:solidFill>
              <a:srgbClr val="00000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2" name="bg object 44"/>
          <p:cNvSpPr/>
          <p:nvPr/>
        </p:nvSpPr>
        <p:spPr>
          <a:xfrm>
            <a:off x="6312099" y="8892027"/>
            <a:ext cx="51132" cy="1"/>
          </a:xfrm>
          <a:prstGeom prst="line">
            <a:avLst/>
          </a:prstGeom>
          <a:ln w="51131">
            <a:solidFill>
              <a:srgbClr val="00000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3" name="bg object 45"/>
          <p:cNvSpPr/>
          <p:nvPr/>
        </p:nvSpPr>
        <p:spPr>
          <a:xfrm>
            <a:off x="6567758" y="8892027"/>
            <a:ext cx="102264" cy="1"/>
          </a:xfrm>
          <a:prstGeom prst="line">
            <a:avLst/>
          </a:prstGeom>
          <a:ln w="51131">
            <a:solidFill>
              <a:srgbClr val="00000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4" name="bg object 46"/>
          <p:cNvSpPr/>
          <p:nvPr/>
        </p:nvSpPr>
        <p:spPr>
          <a:xfrm>
            <a:off x="5442863" y="8943157"/>
            <a:ext cx="102264" cy="1"/>
          </a:xfrm>
          <a:prstGeom prst="line">
            <a:avLst/>
          </a:prstGeom>
          <a:ln w="51131">
            <a:solidFill>
              <a:srgbClr val="00000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5" name="bg object 47"/>
          <p:cNvSpPr/>
          <p:nvPr/>
        </p:nvSpPr>
        <p:spPr>
          <a:xfrm>
            <a:off x="5596259" y="8943157"/>
            <a:ext cx="51132" cy="1"/>
          </a:xfrm>
          <a:prstGeom prst="line">
            <a:avLst/>
          </a:prstGeom>
          <a:ln w="51131">
            <a:solidFill>
              <a:srgbClr val="00000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6" name="bg object 48"/>
          <p:cNvSpPr/>
          <p:nvPr/>
        </p:nvSpPr>
        <p:spPr>
          <a:xfrm>
            <a:off x="5800785" y="8943157"/>
            <a:ext cx="51132" cy="1"/>
          </a:xfrm>
          <a:prstGeom prst="line">
            <a:avLst/>
          </a:prstGeom>
          <a:ln w="51131">
            <a:solidFill>
              <a:srgbClr val="00000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7" name="bg object 49"/>
          <p:cNvSpPr/>
          <p:nvPr/>
        </p:nvSpPr>
        <p:spPr>
          <a:xfrm>
            <a:off x="5954178" y="8943157"/>
            <a:ext cx="51132" cy="1"/>
          </a:xfrm>
          <a:prstGeom prst="line">
            <a:avLst/>
          </a:prstGeom>
          <a:ln w="51131">
            <a:solidFill>
              <a:srgbClr val="00000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8" name="bg object 50"/>
          <p:cNvSpPr/>
          <p:nvPr/>
        </p:nvSpPr>
        <p:spPr>
          <a:xfrm>
            <a:off x="6056441" y="8943157"/>
            <a:ext cx="51132" cy="1"/>
          </a:xfrm>
          <a:prstGeom prst="line">
            <a:avLst/>
          </a:prstGeom>
          <a:ln w="51131">
            <a:solidFill>
              <a:srgbClr val="00000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9" name="bg object 51"/>
          <p:cNvSpPr/>
          <p:nvPr/>
        </p:nvSpPr>
        <p:spPr>
          <a:xfrm>
            <a:off x="6158705" y="8943157"/>
            <a:ext cx="51132" cy="1"/>
          </a:xfrm>
          <a:prstGeom prst="line">
            <a:avLst/>
          </a:prstGeom>
          <a:ln w="51131">
            <a:solidFill>
              <a:srgbClr val="00000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0" name="bg object 52"/>
          <p:cNvSpPr/>
          <p:nvPr/>
        </p:nvSpPr>
        <p:spPr>
          <a:xfrm>
            <a:off x="6260968" y="8943157"/>
            <a:ext cx="102264" cy="1"/>
          </a:xfrm>
          <a:prstGeom prst="line">
            <a:avLst/>
          </a:prstGeom>
          <a:ln w="51131">
            <a:solidFill>
              <a:srgbClr val="00000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1" name="bg object 53"/>
          <p:cNvSpPr/>
          <p:nvPr/>
        </p:nvSpPr>
        <p:spPr>
          <a:xfrm>
            <a:off x="6618889" y="8943157"/>
            <a:ext cx="51133" cy="1"/>
          </a:xfrm>
          <a:prstGeom prst="line">
            <a:avLst/>
          </a:prstGeom>
          <a:ln w="51131">
            <a:solidFill>
              <a:srgbClr val="00000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2" name="bg object 54"/>
          <p:cNvSpPr/>
          <p:nvPr/>
        </p:nvSpPr>
        <p:spPr>
          <a:xfrm>
            <a:off x="5238338" y="8994289"/>
            <a:ext cx="51132" cy="1"/>
          </a:xfrm>
          <a:prstGeom prst="line">
            <a:avLst/>
          </a:prstGeom>
          <a:ln w="51131">
            <a:solidFill>
              <a:srgbClr val="00000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3" name="bg object 55"/>
          <p:cNvSpPr/>
          <p:nvPr/>
        </p:nvSpPr>
        <p:spPr>
          <a:xfrm>
            <a:off x="5391732" y="8994289"/>
            <a:ext cx="51132" cy="1"/>
          </a:xfrm>
          <a:prstGeom prst="line">
            <a:avLst/>
          </a:prstGeom>
          <a:ln w="51131">
            <a:solidFill>
              <a:srgbClr val="00000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4" name="bg object 56"/>
          <p:cNvSpPr/>
          <p:nvPr/>
        </p:nvSpPr>
        <p:spPr>
          <a:xfrm>
            <a:off x="5596259" y="8994289"/>
            <a:ext cx="51132" cy="1"/>
          </a:xfrm>
          <a:prstGeom prst="line">
            <a:avLst/>
          </a:prstGeom>
          <a:ln w="51131">
            <a:solidFill>
              <a:srgbClr val="00000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5" name="bg object 57"/>
          <p:cNvSpPr/>
          <p:nvPr/>
        </p:nvSpPr>
        <p:spPr>
          <a:xfrm>
            <a:off x="5698521" y="8994289"/>
            <a:ext cx="51132" cy="1"/>
          </a:xfrm>
          <a:prstGeom prst="line">
            <a:avLst/>
          </a:prstGeom>
          <a:ln w="51131">
            <a:solidFill>
              <a:srgbClr val="00000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6" name="bg object 58"/>
          <p:cNvSpPr/>
          <p:nvPr/>
        </p:nvSpPr>
        <p:spPr>
          <a:xfrm>
            <a:off x="5800785" y="8994289"/>
            <a:ext cx="102264" cy="1"/>
          </a:xfrm>
          <a:prstGeom prst="line">
            <a:avLst/>
          </a:prstGeom>
          <a:ln w="51131">
            <a:solidFill>
              <a:srgbClr val="00000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7" name="bg object 59"/>
          <p:cNvSpPr/>
          <p:nvPr/>
        </p:nvSpPr>
        <p:spPr>
          <a:xfrm>
            <a:off x="5954178" y="8994289"/>
            <a:ext cx="102264" cy="1"/>
          </a:xfrm>
          <a:prstGeom prst="line">
            <a:avLst/>
          </a:prstGeom>
          <a:ln w="51131">
            <a:solidFill>
              <a:srgbClr val="00000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8" name="bg object 60"/>
          <p:cNvSpPr/>
          <p:nvPr/>
        </p:nvSpPr>
        <p:spPr>
          <a:xfrm>
            <a:off x="6107574" y="8994289"/>
            <a:ext cx="51132" cy="1"/>
          </a:xfrm>
          <a:prstGeom prst="line">
            <a:avLst/>
          </a:prstGeom>
          <a:ln w="51131">
            <a:solidFill>
              <a:srgbClr val="00000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9" name="bg object 61"/>
          <p:cNvSpPr/>
          <p:nvPr/>
        </p:nvSpPr>
        <p:spPr>
          <a:xfrm>
            <a:off x="6260968" y="8994289"/>
            <a:ext cx="153396" cy="1"/>
          </a:xfrm>
          <a:prstGeom prst="line">
            <a:avLst/>
          </a:prstGeom>
          <a:ln w="51131">
            <a:solidFill>
              <a:srgbClr val="00000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50" name="bg object 62"/>
          <p:cNvSpPr/>
          <p:nvPr/>
        </p:nvSpPr>
        <p:spPr>
          <a:xfrm>
            <a:off x="5187205" y="9045422"/>
            <a:ext cx="102264" cy="1"/>
          </a:xfrm>
          <a:prstGeom prst="line">
            <a:avLst/>
          </a:prstGeom>
          <a:ln w="51131">
            <a:solidFill>
              <a:srgbClr val="00000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51" name="bg object 63"/>
          <p:cNvSpPr/>
          <p:nvPr/>
        </p:nvSpPr>
        <p:spPr>
          <a:xfrm>
            <a:off x="5442863" y="9045422"/>
            <a:ext cx="255658" cy="1"/>
          </a:xfrm>
          <a:prstGeom prst="line">
            <a:avLst/>
          </a:prstGeom>
          <a:ln w="51131">
            <a:solidFill>
              <a:srgbClr val="00000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52" name="bg object 64"/>
          <p:cNvSpPr/>
          <p:nvPr/>
        </p:nvSpPr>
        <p:spPr>
          <a:xfrm>
            <a:off x="5851916" y="9045422"/>
            <a:ext cx="51132" cy="1"/>
          </a:xfrm>
          <a:prstGeom prst="line">
            <a:avLst/>
          </a:prstGeom>
          <a:ln w="51131">
            <a:solidFill>
              <a:srgbClr val="00000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53" name="bg object 65"/>
          <p:cNvSpPr/>
          <p:nvPr/>
        </p:nvSpPr>
        <p:spPr>
          <a:xfrm>
            <a:off x="6005310" y="9045422"/>
            <a:ext cx="51132" cy="1"/>
          </a:xfrm>
          <a:prstGeom prst="line">
            <a:avLst/>
          </a:prstGeom>
          <a:ln w="51131">
            <a:solidFill>
              <a:srgbClr val="00000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54" name="bg object 66"/>
          <p:cNvSpPr/>
          <p:nvPr/>
        </p:nvSpPr>
        <p:spPr>
          <a:xfrm>
            <a:off x="6209836" y="9045422"/>
            <a:ext cx="51132" cy="1"/>
          </a:xfrm>
          <a:prstGeom prst="line">
            <a:avLst/>
          </a:prstGeom>
          <a:ln w="51131">
            <a:solidFill>
              <a:srgbClr val="00000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55" name="bg object 67"/>
          <p:cNvSpPr/>
          <p:nvPr/>
        </p:nvSpPr>
        <p:spPr>
          <a:xfrm>
            <a:off x="6312099" y="9045422"/>
            <a:ext cx="51132" cy="1"/>
          </a:xfrm>
          <a:prstGeom prst="line">
            <a:avLst/>
          </a:prstGeom>
          <a:ln w="51131">
            <a:solidFill>
              <a:srgbClr val="00000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56" name="bg object 68"/>
          <p:cNvSpPr/>
          <p:nvPr/>
        </p:nvSpPr>
        <p:spPr>
          <a:xfrm>
            <a:off x="6618889" y="9045422"/>
            <a:ext cx="51133" cy="1"/>
          </a:xfrm>
          <a:prstGeom prst="line">
            <a:avLst/>
          </a:prstGeom>
          <a:ln w="51131">
            <a:solidFill>
              <a:srgbClr val="00000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57" name="bg object 69"/>
          <p:cNvSpPr/>
          <p:nvPr/>
        </p:nvSpPr>
        <p:spPr>
          <a:xfrm>
            <a:off x="5289468" y="9096553"/>
            <a:ext cx="51132" cy="1"/>
          </a:xfrm>
          <a:prstGeom prst="line">
            <a:avLst/>
          </a:prstGeom>
          <a:ln w="51131">
            <a:solidFill>
              <a:srgbClr val="00000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58" name="bg object 70"/>
          <p:cNvSpPr/>
          <p:nvPr/>
        </p:nvSpPr>
        <p:spPr>
          <a:xfrm>
            <a:off x="5442863" y="9096553"/>
            <a:ext cx="51132" cy="1"/>
          </a:xfrm>
          <a:prstGeom prst="line">
            <a:avLst/>
          </a:prstGeom>
          <a:ln w="51131">
            <a:solidFill>
              <a:srgbClr val="00000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59" name="bg object 71"/>
          <p:cNvSpPr/>
          <p:nvPr/>
        </p:nvSpPr>
        <p:spPr>
          <a:xfrm>
            <a:off x="5596259" y="9096553"/>
            <a:ext cx="102264" cy="1"/>
          </a:xfrm>
          <a:prstGeom prst="line">
            <a:avLst/>
          </a:prstGeom>
          <a:ln w="51131">
            <a:solidFill>
              <a:srgbClr val="00000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60" name="bg object 72"/>
          <p:cNvSpPr/>
          <p:nvPr/>
        </p:nvSpPr>
        <p:spPr>
          <a:xfrm>
            <a:off x="5800785" y="9096553"/>
            <a:ext cx="51132" cy="1"/>
          </a:xfrm>
          <a:prstGeom prst="line">
            <a:avLst/>
          </a:prstGeom>
          <a:ln w="51131">
            <a:solidFill>
              <a:srgbClr val="00000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61" name="bg object 73"/>
          <p:cNvSpPr/>
          <p:nvPr/>
        </p:nvSpPr>
        <p:spPr>
          <a:xfrm>
            <a:off x="5954178" y="9096553"/>
            <a:ext cx="51132" cy="1"/>
          </a:xfrm>
          <a:prstGeom prst="line">
            <a:avLst/>
          </a:prstGeom>
          <a:ln w="51131">
            <a:solidFill>
              <a:srgbClr val="00000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62" name="bg object 74"/>
          <p:cNvSpPr/>
          <p:nvPr/>
        </p:nvSpPr>
        <p:spPr>
          <a:xfrm>
            <a:off x="6056441" y="9096553"/>
            <a:ext cx="51132" cy="1"/>
          </a:xfrm>
          <a:prstGeom prst="line">
            <a:avLst/>
          </a:prstGeom>
          <a:ln w="51131">
            <a:solidFill>
              <a:srgbClr val="00000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63" name="bg object 75"/>
          <p:cNvSpPr/>
          <p:nvPr/>
        </p:nvSpPr>
        <p:spPr>
          <a:xfrm>
            <a:off x="6158705" y="9096553"/>
            <a:ext cx="255658" cy="1"/>
          </a:xfrm>
          <a:prstGeom prst="line">
            <a:avLst/>
          </a:prstGeom>
          <a:ln w="51131">
            <a:solidFill>
              <a:srgbClr val="00000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64" name="bg object 76"/>
          <p:cNvSpPr/>
          <p:nvPr/>
        </p:nvSpPr>
        <p:spPr>
          <a:xfrm>
            <a:off x="6516626" y="9096553"/>
            <a:ext cx="153395" cy="1"/>
          </a:xfrm>
          <a:prstGeom prst="line">
            <a:avLst/>
          </a:prstGeom>
          <a:ln w="51131">
            <a:solidFill>
              <a:srgbClr val="00000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65" name="bg object 77"/>
          <p:cNvSpPr/>
          <p:nvPr/>
        </p:nvSpPr>
        <p:spPr>
          <a:xfrm>
            <a:off x="5187205" y="9147685"/>
            <a:ext cx="102264" cy="1"/>
          </a:xfrm>
          <a:prstGeom prst="line">
            <a:avLst/>
          </a:prstGeom>
          <a:ln w="51131">
            <a:solidFill>
              <a:srgbClr val="00000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66" name="bg object 78"/>
          <p:cNvSpPr/>
          <p:nvPr/>
        </p:nvSpPr>
        <p:spPr>
          <a:xfrm>
            <a:off x="5340601" y="9147685"/>
            <a:ext cx="255658" cy="1"/>
          </a:xfrm>
          <a:prstGeom prst="line">
            <a:avLst/>
          </a:prstGeom>
          <a:ln w="51131">
            <a:solidFill>
              <a:srgbClr val="00000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67" name="bg object 79"/>
          <p:cNvSpPr/>
          <p:nvPr/>
        </p:nvSpPr>
        <p:spPr>
          <a:xfrm>
            <a:off x="5647390" y="9147685"/>
            <a:ext cx="102264" cy="1"/>
          </a:xfrm>
          <a:prstGeom prst="line">
            <a:avLst/>
          </a:prstGeom>
          <a:ln w="51131">
            <a:solidFill>
              <a:srgbClr val="00000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68" name="bg object 80"/>
          <p:cNvSpPr/>
          <p:nvPr/>
        </p:nvSpPr>
        <p:spPr>
          <a:xfrm>
            <a:off x="5851916" y="9147685"/>
            <a:ext cx="153395" cy="1"/>
          </a:xfrm>
          <a:prstGeom prst="line">
            <a:avLst/>
          </a:prstGeom>
          <a:ln w="51131">
            <a:solidFill>
              <a:srgbClr val="00000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69" name="bg object 81"/>
          <p:cNvSpPr/>
          <p:nvPr/>
        </p:nvSpPr>
        <p:spPr>
          <a:xfrm>
            <a:off x="6056441" y="9147685"/>
            <a:ext cx="51132" cy="1"/>
          </a:xfrm>
          <a:prstGeom prst="line">
            <a:avLst/>
          </a:prstGeom>
          <a:ln w="51131">
            <a:solidFill>
              <a:srgbClr val="00000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70" name="bg object 82"/>
          <p:cNvSpPr/>
          <p:nvPr/>
        </p:nvSpPr>
        <p:spPr>
          <a:xfrm>
            <a:off x="6158705" y="9147685"/>
            <a:ext cx="51132" cy="1"/>
          </a:xfrm>
          <a:prstGeom prst="line">
            <a:avLst/>
          </a:prstGeom>
          <a:ln w="51131">
            <a:solidFill>
              <a:srgbClr val="00000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71" name="bg object 83"/>
          <p:cNvSpPr/>
          <p:nvPr/>
        </p:nvSpPr>
        <p:spPr>
          <a:xfrm>
            <a:off x="6312099" y="9147685"/>
            <a:ext cx="51132" cy="1"/>
          </a:xfrm>
          <a:prstGeom prst="line">
            <a:avLst/>
          </a:prstGeom>
          <a:ln w="51131">
            <a:solidFill>
              <a:srgbClr val="00000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72" name="bg object 84"/>
          <p:cNvSpPr/>
          <p:nvPr/>
        </p:nvSpPr>
        <p:spPr>
          <a:xfrm>
            <a:off x="6465494" y="9147685"/>
            <a:ext cx="51133" cy="1"/>
          </a:xfrm>
          <a:prstGeom prst="line">
            <a:avLst/>
          </a:prstGeom>
          <a:ln w="51131">
            <a:solidFill>
              <a:srgbClr val="00000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73" name="bg object 85"/>
          <p:cNvSpPr/>
          <p:nvPr/>
        </p:nvSpPr>
        <p:spPr>
          <a:xfrm>
            <a:off x="6618889" y="9147685"/>
            <a:ext cx="51133" cy="1"/>
          </a:xfrm>
          <a:prstGeom prst="line">
            <a:avLst/>
          </a:prstGeom>
          <a:ln w="51131">
            <a:solidFill>
              <a:srgbClr val="00000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74" name="bg object 86"/>
          <p:cNvSpPr/>
          <p:nvPr/>
        </p:nvSpPr>
        <p:spPr>
          <a:xfrm>
            <a:off x="5289468" y="9198816"/>
            <a:ext cx="153395" cy="1"/>
          </a:xfrm>
          <a:prstGeom prst="line">
            <a:avLst/>
          </a:prstGeom>
          <a:ln w="51131">
            <a:solidFill>
              <a:srgbClr val="00000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75" name="bg object 87"/>
          <p:cNvSpPr/>
          <p:nvPr/>
        </p:nvSpPr>
        <p:spPr>
          <a:xfrm>
            <a:off x="5596259" y="9198816"/>
            <a:ext cx="51132" cy="1"/>
          </a:xfrm>
          <a:prstGeom prst="line">
            <a:avLst/>
          </a:prstGeom>
          <a:ln w="51131">
            <a:solidFill>
              <a:srgbClr val="00000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76" name="bg object 88"/>
          <p:cNvSpPr/>
          <p:nvPr/>
        </p:nvSpPr>
        <p:spPr>
          <a:xfrm>
            <a:off x="5800785" y="9198816"/>
            <a:ext cx="51132" cy="1"/>
          </a:xfrm>
          <a:prstGeom prst="line">
            <a:avLst/>
          </a:prstGeom>
          <a:ln w="51131">
            <a:solidFill>
              <a:srgbClr val="00000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77" name="bg object 89"/>
          <p:cNvSpPr/>
          <p:nvPr/>
        </p:nvSpPr>
        <p:spPr>
          <a:xfrm>
            <a:off x="5903047" y="9198816"/>
            <a:ext cx="51132" cy="1"/>
          </a:xfrm>
          <a:prstGeom prst="line">
            <a:avLst/>
          </a:prstGeom>
          <a:ln w="51131">
            <a:solidFill>
              <a:srgbClr val="00000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78" name="bg object 90"/>
          <p:cNvSpPr/>
          <p:nvPr/>
        </p:nvSpPr>
        <p:spPr>
          <a:xfrm>
            <a:off x="6005310" y="9198816"/>
            <a:ext cx="51132" cy="1"/>
          </a:xfrm>
          <a:prstGeom prst="line">
            <a:avLst/>
          </a:prstGeom>
          <a:ln w="51131">
            <a:solidFill>
              <a:srgbClr val="00000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79" name="bg object 91"/>
          <p:cNvSpPr/>
          <p:nvPr/>
        </p:nvSpPr>
        <p:spPr>
          <a:xfrm>
            <a:off x="6107574" y="9198816"/>
            <a:ext cx="102264" cy="1"/>
          </a:xfrm>
          <a:prstGeom prst="line">
            <a:avLst/>
          </a:prstGeom>
          <a:ln w="51131">
            <a:solidFill>
              <a:srgbClr val="00000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80" name="bg object 92"/>
          <p:cNvSpPr/>
          <p:nvPr/>
        </p:nvSpPr>
        <p:spPr>
          <a:xfrm>
            <a:off x="6260968" y="9198816"/>
            <a:ext cx="153396" cy="1"/>
          </a:xfrm>
          <a:prstGeom prst="line">
            <a:avLst/>
          </a:prstGeom>
          <a:ln w="51131">
            <a:solidFill>
              <a:srgbClr val="00000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81" name="bg object 93"/>
          <p:cNvSpPr/>
          <p:nvPr/>
        </p:nvSpPr>
        <p:spPr>
          <a:xfrm>
            <a:off x="5187205" y="9249947"/>
            <a:ext cx="153395" cy="1"/>
          </a:xfrm>
          <a:prstGeom prst="line">
            <a:avLst/>
          </a:prstGeom>
          <a:ln w="51131">
            <a:solidFill>
              <a:srgbClr val="00000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82" name="bg object 94"/>
          <p:cNvSpPr/>
          <p:nvPr/>
        </p:nvSpPr>
        <p:spPr>
          <a:xfrm>
            <a:off x="5442863" y="9249947"/>
            <a:ext cx="204527" cy="1"/>
          </a:xfrm>
          <a:prstGeom prst="line">
            <a:avLst/>
          </a:prstGeom>
          <a:ln w="51131">
            <a:solidFill>
              <a:srgbClr val="00000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83" name="bg object 95"/>
          <p:cNvSpPr/>
          <p:nvPr/>
        </p:nvSpPr>
        <p:spPr>
          <a:xfrm>
            <a:off x="5800785" y="9249947"/>
            <a:ext cx="153395" cy="1"/>
          </a:xfrm>
          <a:prstGeom prst="line">
            <a:avLst/>
          </a:prstGeom>
          <a:ln w="51131">
            <a:solidFill>
              <a:srgbClr val="00000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84" name="bg object 96"/>
          <p:cNvSpPr/>
          <p:nvPr/>
        </p:nvSpPr>
        <p:spPr>
          <a:xfrm>
            <a:off x="6005310" y="9249947"/>
            <a:ext cx="51132" cy="1"/>
          </a:xfrm>
          <a:prstGeom prst="line">
            <a:avLst/>
          </a:prstGeom>
          <a:ln w="51131">
            <a:solidFill>
              <a:srgbClr val="00000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85" name="bg object 97"/>
          <p:cNvSpPr/>
          <p:nvPr/>
        </p:nvSpPr>
        <p:spPr>
          <a:xfrm>
            <a:off x="6209836" y="9249947"/>
            <a:ext cx="306790" cy="1"/>
          </a:xfrm>
          <a:prstGeom prst="line">
            <a:avLst/>
          </a:prstGeom>
          <a:ln w="51131">
            <a:solidFill>
              <a:srgbClr val="00000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86" name="bg object 98"/>
          <p:cNvSpPr/>
          <p:nvPr/>
        </p:nvSpPr>
        <p:spPr>
          <a:xfrm>
            <a:off x="6567758" y="9249947"/>
            <a:ext cx="51133" cy="1"/>
          </a:xfrm>
          <a:prstGeom prst="line">
            <a:avLst/>
          </a:prstGeom>
          <a:ln w="51131">
            <a:solidFill>
              <a:srgbClr val="00000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87" name="bg object 99"/>
          <p:cNvSpPr/>
          <p:nvPr/>
        </p:nvSpPr>
        <p:spPr>
          <a:xfrm>
            <a:off x="5596259" y="9301078"/>
            <a:ext cx="51132" cy="1"/>
          </a:xfrm>
          <a:prstGeom prst="line">
            <a:avLst/>
          </a:prstGeom>
          <a:ln w="51131">
            <a:solidFill>
              <a:srgbClr val="00000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88" name="bg object 100"/>
          <p:cNvSpPr/>
          <p:nvPr/>
        </p:nvSpPr>
        <p:spPr>
          <a:xfrm>
            <a:off x="5749652" y="9301078"/>
            <a:ext cx="51132" cy="1"/>
          </a:xfrm>
          <a:prstGeom prst="line">
            <a:avLst/>
          </a:prstGeom>
          <a:ln w="51131">
            <a:solidFill>
              <a:srgbClr val="00000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89" name="bg object 101"/>
          <p:cNvSpPr/>
          <p:nvPr/>
        </p:nvSpPr>
        <p:spPr>
          <a:xfrm>
            <a:off x="5851916" y="9301078"/>
            <a:ext cx="306791" cy="1"/>
          </a:xfrm>
          <a:prstGeom prst="line">
            <a:avLst/>
          </a:prstGeom>
          <a:ln w="51131">
            <a:solidFill>
              <a:srgbClr val="00000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90" name="bg object 102"/>
          <p:cNvSpPr/>
          <p:nvPr/>
        </p:nvSpPr>
        <p:spPr>
          <a:xfrm>
            <a:off x="6209836" y="9301078"/>
            <a:ext cx="51132" cy="1"/>
          </a:xfrm>
          <a:prstGeom prst="line">
            <a:avLst/>
          </a:prstGeom>
          <a:ln w="51131">
            <a:solidFill>
              <a:srgbClr val="00000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91" name="bg object 103"/>
          <p:cNvSpPr/>
          <p:nvPr/>
        </p:nvSpPr>
        <p:spPr>
          <a:xfrm>
            <a:off x="6414363" y="9301078"/>
            <a:ext cx="153395" cy="1"/>
          </a:xfrm>
          <a:prstGeom prst="line">
            <a:avLst/>
          </a:prstGeom>
          <a:ln w="51131">
            <a:solidFill>
              <a:srgbClr val="00000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92" name="bg object 104"/>
          <p:cNvSpPr/>
          <p:nvPr/>
        </p:nvSpPr>
        <p:spPr>
          <a:xfrm>
            <a:off x="6618889" y="9301078"/>
            <a:ext cx="51133" cy="1"/>
          </a:xfrm>
          <a:prstGeom prst="line">
            <a:avLst/>
          </a:prstGeom>
          <a:ln w="51131">
            <a:solidFill>
              <a:srgbClr val="00000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93" name="bg object 105"/>
          <p:cNvSpPr/>
          <p:nvPr/>
        </p:nvSpPr>
        <p:spPr>
          <a:xfrm>
            <a:off x="5187205" y="9352211"/>
            <a:ext cx="357922" cy="1"/>
          </a:xfrm>
          <a:prstGeom prst="line">
            <a:avLst/>
          </a:prstGeom>
          <a:ln w="51131">
            <a:solidFill>
              <a:srgbClr val="00000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94" name="bg object 106"/>
          <p:cNvSpPr/>
          <p:nvPr/>
        </p:nvSpPr>
        <p:spPr>
          <a:xfrm>
            <a:off x="5596259" y="9352211"/>
            <a:ext cx="51132" cy="1"/>
          </a:xfrm>
          <a:prstGeom prst="line">
            <a:avLst/>
          </a:prstGeom>
          <a:ln w="51131">
            <a:solidFill>
              <a:srgbClr val="00000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95" name="bg object 107"/>
          <p:cNvSpPr/>
          <p:nvPr/>
        </p:nvSpPr>
        <p:spPr>
          <a:xfrm>
            <a:off x="5698521" y="9352211"/>
            <a:ext cx="153395" cy="1"/>
          </a:xfrm>
          <a:prstGeom prst="line">
            <a:avLst/>
          </a:prstGeom>
          <a:ln w="51131">
            <a:solidFill>
              <a:srgbClr val="00000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96" name="bg object 108"/>
          <p:cNvSpPr/>
          <p:nvPr/>
        </p:nvSpPr>
        <p:spPr>
          <a:xfrm>
            <a:off x="5954178" y="9352211"/>
            <a:ext cx="51132" cy="1"/>
          </a:xfrm>
          <a:prstGeom prst="line">
            <a:avLst/>
          </a:prstGeom>
          <a:ln w="51131">
            <a:solidFill>
              <a:srgbClr val="00000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97" name="bg object 109"/>
          <p:cNvSpPr/>
          <p:nvPr/>
        </p:nvSpPr>
        <p:spPr>
          <a:xfrm>
            <a:off x="6056441" y="9352211"/>
            <a:ext cx="102264" cy="1"/>
          </a:xfrm>
          <a:prstGeom prst="line">
            <a:avLst/>
          </a:prstGeom>
          <a:ln w="51131">
            <a:solidFill>
              <a:srgbClr val="00000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98" name="bg object 110"/>
          <p:cNvSpPr/>
          <p:nvPr/>
        </p:nvSpPr>
        <p:spPr>
          <a:xfrm>
            <a:off x="6209836" y="9352211"/>
            <a:ext cx="51132" cy="1"/>
          </a:xfrm>
          <a:prstGeom prst="line">
            <a:avLst/>
          </a:prstGeom>
          <a:ln w="51131">
            <a:solidFill>
              <a:srgbClr val="00000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99" name="bg object 111"/>
          <p:cNvSpPr/>
          <p:nvPr/>
        </p:nvSpPr>
        <p:spPr>
          <a:xfrm>
            <a:off x="6312099" y="9352211"/>
            <a:ext cx="51132" cy="1"/>
          </a:xfrm>
          <a:prstGeom prst="line">
            <a:avLst/>
          </a:prstGeom>
          <a:ln w="51131">
            <a:solidFill>
              <a:srgbClr val="00000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00" name="bg object 112"/>
          <p:cNvSpPr/>
          <p:nvPr/>
        </p:nvSpPr>
        <p:spPr>
          <a:xfrm>
            <a:off x="6414363" y="9352211"/>
            <a:ext cx="51132" cy="1"/>
          </a:xfrm>
          <a:prstGeom prst="line">
            <a:avLst/>
          </a:prstGeom>
          <a:ln w="51131">
            <a:solidFill>
              <a:srgbClr val="00000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01" name="bg object 113"/>
          <p:cNvSpPr/>
          <p:nvPr/>
        </p:nvSpPr>
        <p:spPr>
          <a:xfrm>
            <a:off x="6618889" y="9352211"/>
            <a:ext cx="51133" cy="1"/>
          </a:xfrm>
          <a:prstGeom prst="line">
            <a:avLst/>
          </a:prstGeom>
          <a:ln w="51131">
            <a:solidFill>
              <a:srgbClr val="00000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02" name="bg object 114"/>
          <p:cNvSpPr/>
          <p:nvPr/>
        </p:nvSpPr>
        <p:spPr>
          <a:xfrm>
            <a:off x="5187205" y="9403342"/>
            <a:ext cx="51132" cy="1"/>
          </a:xfrm>
          <a:prstGeom prst="line">
            <a:avLst/>
          </a:prstGeom>
          <a:ln w="51131">
            <a:solidFill>
              <a:srgbClr val="00000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03" name="bg object 115"/>
          <p:cNvSpPr/>
          <p:nvPr/>
        </p:nvSpPr>
        <p:spPr>
          <a:xfrm>
            <a:off x="5493996" y="9403342"/>
            <a:ext cx="51132" cy="1"/>
          </a:xfrm>
          <a:prstGeom prst="line">
            <a:avLst/>
          </a:prstGeom>
          <a:ln w="51131">
            <a:solidFill>
              <a:srgbClr val="00000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04" name="bg object 116"/>
          <p:cNvSpPr/>
          <p:nvPr/>
        </p:nvSpPr>
        <p:spPr>
          <a:xfrm>
            <a:off x="5749652" y="9403342"/>
            <a:ext cx="51132" cy="1"/>
          </a:xfrm>
          <a:prstGeom prst="line">
            <a:avLst/>
          </a:prstGeom>
          <a:ln w="51131">
            <a:solidFill>
              <a:srgbClr val="00000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05" name="bg object 117"/>
          <p:cNvSpPr/>
          <p:nvPr/>
        </p:nvSpPr>
        <p:spPr>
          <a:xfrm>
            <a:off x="5851916" y="9403342"/>
            <a:ext cx="51132" cy="1"/>
          </a:xfrm>
          <a:prstGeom prst="line">
            <a:avLst/>
          </a:prstGeom>
          <a:ln w="51131">
            <a:solidFill>
              <a:srgbClr val="00000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06" name="bg object 118"/>
          <p:cNvSpPr/>
          <p:nvPr/>
        </p:nvSpPr>
        <p:spPr>
          <a:xfrm>
            <a:off x="5954178" y="9403342"/>
            <a:ext cx="102264" cy="1"/>
          </a:xfrm>
          <a:prstGeom prst="line">
            <a:avLst/>
          </a:prstGeom>
          <a:ln w="51131">
            <a:solidFill>
              <a:srgbClr val="00000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07" name="bg object 119"/>
          <p:cNvSpPr/>
          <p:nvPr/>
        </p:nvSpPr>
        <p:spPr>
          <a:xfrm>
            <a:off x="6107574" y="9403342"/>
            <a:ext cx="153395" cy="1"/>
          </a:xfrm>
          <a:prstGeom prst="line">
            <a:avLst/>
          </a:prstGeom>
          <a:ln w="51131">
            <a:solidFill>
              <a:srgbClr val="00000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08" name="bg object 120"/>
          <p:cNvSpPr/>
          <p:nvPr/>
        </p:nvSpPr>
        <p:spPr>
          <a:xfrm>
            <a:off x="6414363" y="9403342"/>
            <a:ext cx="51132" cy="1"/>
          </a:xfrm>
          <a:prstGeom prst="line">
            <a:avLst/>
          </a:prstGeom>
          <a:ln w="51131">
            <a:solidFill>
              <a:srgbClr val="00000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09" name="bg object 121"/>
          <p:cNvSpPr/>
          <p:nvPr/>
        </p:nvSpPr>
        <p:spPr>
          <a:xfrm>
            <a:off x="6567758" y="9403342"/>
            <a:ext cx="51133" cy="1"/>
          </a:xfrm>
          <a:prstGeom prst="line">
            <a:avLst/>
          </a:prstGeom>
          <a:ln w="51131">
            <a:solidFill>
              <a:srgbClr val="00000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10" name="bg object 122"/>
          <p:cNvSpPr/>
          <p:nvPr/>
        </p:nvSpPr>
        <p:spPr>
          <a:xfrm>
            <a:off x="5187205" y="9454474"/>
            <a:ext cx="51132" cy="1"/>
          </a:xfrm>
          <a:prstGeom prst="line">
            <a:avLst/>
          </a:prstGeom>
          <a:ln w="51131">
            <a:solidFill>
              <a:srgbClr val="00000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11" name="bg object 123"/>
          <p:cNvSpPr/>
          <p:nvPr/>
        </p:nvSpPr>
        <p:spPr>
          <a:xfrm>
            <a:off x="5289468" y="9428908"/>
            <a:ext cx="153395" cy="51133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12" name="bg object 124"/>
          <p:cNvSpPr/>
          <p:nvPr/>
        </p:nvSpPr>
        <p:spPr>
          <a:xfrm>
            <a:off x="5493996" y="9454474"/>
            <a:ext cx="51132" cy="1"/>
          </a:xfrm>
          <a:prstGeom prst="line">
            <a:avLst/>
          </a:prstGeom>
          <a:ln w="51131">
            <a:solidFill>
              <a:srgbClr val="00000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13" name="bg object 125"/>
          <p:cNvSpPr/>
          <p:nvPr/>
        </p:nvSpPr>
        <p:spPr>
          <a:xfrm>
            <a:off x="5698521" y="9454474"/>
            <a:ext cx="51132" cy="1"/>
          </a:xfrm>
          <a:prstGeom prst="line">
            <a:avLst/>
          </a:prstGeom>
          <a:ln w="51131">
            <a:solidFill>
              <a:srgbClr val="00000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14" name="bg object 126"/>
          <p:cNvSpPr/>
          <p:nvPr/>
        </p:nvSpPr>
        <p:spPr>
          <a:xfrm>
            <a:off x="5851916" y="9454474"/>
            <a:ext cx="51132" cy="1"/>
          </a:xfrm>
          <a:prstGeom prst="line">
            <a:avLst/>
          </a:prstGeom>
          <a:ln w="51131">
            <a:solidFill>
              <a:srgbClr val="00000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15" name="bg object 127"/>
          <p:cNvSpPr/>
          <p:nvPr/>
        </p:nvSpPr>
        <p:spPr>
          <a:xfrm>
            <a:off x="6005310" y="9454474"/>
            <a:ext cx="51132" cy="1"/>
          </a:xfrm>
          <a:prstGeom prst="line">
            <a:avLst/>
          </a:prstGeom>
          <a:ln w="51131">
            <a:solidFill>
              <a:srgbClr val="00000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16" name="bg object 128"/>
          <p:cNvSpPr/>
          <p:nvPr/>
        </p:nvSpPr>
        <p:spPr>
          <a:xfrm>
            <a:off x="6107574" y="9454474"/>
            <a:ext cx="409053" cy="1"/>
          </a:xfrm>
          <a:prstGeom prst="line">
            <a:avLst/>
          </a:prstGeom>
          <a:ln w="51131">
            <a:solidFill>
              <a:srgbClr val="00000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17" name="bg object 129"/>
          <p:cNvSpPr/>
          <p:nvPr/>
        </p:nvSpPr>
        <p:spPr>
          <a:xfrm>
            <a:off x="6567758" y="9454474"/>
            <a:ext cx="102264" cy="1"/>
          </a:xfrm>
          <a:prstGeom prst="line">
            <a:avLst/>
          </a:prstGeom>
          <a:ln w="51131">
            <a:solidFill>
              <a:srgbClr val="00000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18" name="bg object 130"/>
          <p:cNvSpPr/>
          <p:nvPr/>
        </p:nvSpPr>
        <p:spPr>
          <a:xfrm>
            <a:off x="5187205" y="9505605"/>
            <a:ext cx="51132" cy="1"/>
          </a:xfrm>
          <a:prstGeom prst="line">
            <a:avLst/>
          </a:prstGeom>
          <a:ln w="51131">
            <a:solidFill>
              <a:srgbClr val="00000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19" name="bg object 131"/>
          <p:cNvSpPr/>
          <p:nvPr/>
        </p:nvSpPr>
        <p:spPr>
          <a:xfrm>
            <a:off x="5289468" y="9480039"/>
            <a:ext cx="153395" cy="51133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20" name="bg object 132"/>
          <p:cNvSpPr/>
          <p:nvPr/>
        </p:nvSpPr>
        <p:spPr>
          <a:xfrm>
            <a:off x="5493996" y="9505605"/>
            <a:ext cx="51132" cy="1"/>
          </a:xfrm>
          <a:prstGeom prst="line">
            <a:avLst/>
          </a:prstGeom>
          <a:ln w="51131">
            <a:solidFill>
              <a:srgbClr val="00000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21" name="bg object 133"/>
          <p:cNvSpPr/>
          <p:nvPr/>
        </p:nvSpPr>
        <p:spPr>
          <a:xfrm>
            <a:off x="5749652" y="9505605"/>
            <a:ext cx="153395" cy="1"/>
          </a:xfrm>
          <a:prstGeom prst="line">
            <a:avLst/>
          </a:prstGeom>
          <a:ln w="51131">
            <a:solidFill>
              <a:srgbClr val="00000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22" name="bg object 134"/>
          <p:cNvSpPr/>
          <p:nvPr/>
        </p:nvSpPr>
        <p:spPr>
          <a:xfrm>
            <a:off x="5954178" y="9505605"/>
            <a:ext cx="153395" cy="1"/>
          </a:xfrm>
          <a:prstGeom prst="line">
            <a:avLst/>
          </a:prstGeom>
          <a:ln w="51131">
            <a:solidFill>
              <a:srgbClr val="00000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23" name="bg object 135"/>
          <p:cNvSpPr/>
          <p:nvPr/>
        </p:nvSpPr>
        <p:spPr>
          <a:xfrm>
            <a:off x="6158705" y="9505605"/>
            <a:ext cx="51132" cy="1"/>
          </a:xfrm>
          <a:prstGeom prst="line">
            <a:avLst/>
          </a:prstGeom>
          <a:ln w="51131">
            <a:solidFill>
              <a:srgbClr val="00000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24" name="bg object 136"/>
          <p:cNvSpPr/>
          <p:nvPr/>
        </p:nvSpPr>
        <p:spPr>
          <a:xfrm>
            <a:off x="6260969" y="9505605"/>
            <a:ext cx="51132" cy="1"/>
          </a:xfrm>
          <a:prstGeom prst="line">
            <a:avLst/>
          </a:prstGeom>
          <a:ln w="51131">
            <a:solidFill>
              <a:srgbClr val="00000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25" name="bg object 137"/>
          <p:cNvSpPr/>
          <p:nvPr/>
        </p:nvSpPr>
        <p:spPr>
          <a:xfrm>
            <a:off x="6363230" y="9505605"/>
            <a:ext cx="204527" cy="1"/>
          </a:xfrm>
          <a:prstGeom prst="line">
            <a:avLst/>
          </a:prstGeom>
          <a:ln w="51131">
            <a:solidFill>
              <a:srgbClr val="00000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26" name="bg object 138"/>
          <p:cNvSpPr/>
          <p:nvPr/>
        </p:nvSpPr>
        <p:spPr>
          <a:xfrm>
            <a:off x="6618889" y="9505605"/>
            <a:ext cx="51133" cy="1"/>
          </a:xfrm>
          <a:prstGeom prst="line">
            <a:avLst/>
          </a:prstGeom>
          <a:ln w="51131">
            <a:solidFill>
              <a:srgbClr val="00000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27" name="bg object 139"/>
          <p:cNvSpPr/>
          <p:nvPr/>
        </p:nvSpPr>
        <p:spPr>
          <a:xfrm>
            <a:off x="5187205" y="9556736"/>
            <a:ext cx="51132" cy="1"/>
          </a:xfrm>
          <a:prstGeom prst="line">
            <a:avLst/>
          </a:prstGeom>
          <a:ln w="51131">
            <a:solidFill>
              <a:srgbClr val="00000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28" name="bg object 140"/>
          <p:cNvSpPr/>
          <p:nvPr/>
        </p:nvSpPr>
        <p:spPr>
          <a:xfrm>
            <a:off x="5289468" y="9531170"/>
            <a:ext cx="153395" cy="51133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29" name="bg object 141"/>
          <p:cNvSpPr/>
          <p:nvPr/>
        </p:nvSpPr>
        <p:spPr>
          <a:xfrm>
            <a:off x="5493996" y="9556736"/>
            <a:ext cx="51132" cy="1"/>
          </a:xfrm>
          <a:prstGeom prst="line">
            <a:avLst/>
          </a:prstGeom>
          <a:ln w="51131">
            <a:solidFill>
              <a:srgbClr val="00000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30" name="bg object 142"/>
          <p:cNvSpPr/>
          <p:nvPr/>
        </p:nvSpPr>
        <p:spPr>
          <a:xfrm>
            <a:off x="5596259" y="9556736"/>
            <a:ext cx="204527" cy="1"/>
          </a:xfrm>
          <a:prstGeom prst="line">
            <a:avLst/>
          </a:prstGeom>
          <a:ln w="51131">
            <a:solidFill>
              <a:srgbClr val="00000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31" name="bg object 143"/>
          <p:cNvSpPr/>
          <p:nvPr/>
        </p:nvSpPr>
        <p:spPr>
          <a:xfrm>
            <a:off x="5954178" y="9556736"/>
            <a:ext cx="51132" cy="1"/>
          </a:xfrm>
          <a:prstGeom prst="line">
            <a:avLst/>
          </a:prstGeom>
          <a:ln w="51131">
            <a:solidFill>
              <a:srgbClr val="00000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32" name="bg object 144"/>
          <p:cNvSpPr/>
          <p:nvPr/>
        </p:nvSpPr>
        <p:spPr>
          <a:xfrm>
            <a:off x="6158705" y="9556736"/>
            <a:ext cx="51132" cy="1"/>
          </a:xfrm>
          <a:prstGeom prst="line">
            <a:avLst/>
          </a:prstGeom>
          <a:ln w="51131">
            <a:solidFill>
              <a:srgbClr val="00000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33" name="bg object 145"/>
          <p:cNvSpPr/>
          <p:nvPr/>
        </p:nvSpPr>
        <p:spPr>
          <a:xfrm>
            <a:off x="6260969" y="9556736"/>
            <a:ext cx="51132" cy="1"/>
          </a:xfrm>
          <a:prstGeom prst="line">
            <a:avLst/>
          </a:prstGeom>
          <a:ln w="51131">
            <a:solidFill>
              <a:srgbClr val="00000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34" name="bg object 146"/>
          <p:cNvSpPr/>
          <p:nvPr/>
        </p:nvSpPr>
        <p:spPr>
          <a:xfrm>
            <a:off x="6414363" y="9556736"/>
            <a:ext cx="51132" cy="1"/>
          </a:xfrm>
          <a:prstGeom prst="line">
            <a:avLst/>
          </a:prstGeom>
          <a:ln w="51131">
            <a:solidFill>
              <a:srgbClr val="00000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35" name="bg object 147"/>
          <p:cNvSpPr/>
          <p:nvPr/>
        </p:nvSpPr>
        <p:spPr>
          <a:xfrm>
            <a:off x="6567758" y="9556736"/>
            <a:ext cx="102264" cy="1"/>
          </a:xfrm>
          <a:prstGeom prst="line">
            <a:avLst/>
          </a:prstGeom>
          <a:ln w="51131">
            <a:solidFill>
              <a:srgbClr val="00000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36" name="bg object 148"/>
          <p:cNvSpPr/>
          <p:nvPr/>
        </p:nvSpPr>
        <p:spPr>
          <a:xfrm>
            <a:off x="5187205" y="9607867"/>
            <a:ext cx="51132" cy="1"/>
          </a:xfrm>
          <a:prstGeom prst="line">
            <a:avLst/>
          </a:prstGeom>
          <a:ln w="51131">
            <a:solidFill>
              <a:srgbClr val="00000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37" name="bg object 149"/>
          <p:cNvSpPr/>
          <p:nvPr/>
        </p:nvSpPr>
        <p:spPr>
          <a:xfrm>
            <a:off x="5493996" y="9607867"/>
            <a:ext cx="51132" cy="1"/>
          </a:xfrm>
          <a:prstGeom prst="line">
            <a:avLst/>
          </a:prstGeom>
          <a:ln w="51131">
            <a:solidFill>
              <a:srgbClr val="00000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38" name="bg object 150"/>
          <p:cNvSpPr/>
          <p:nvPr/>
        </p:nvSpPr>
        <p:spPr>
          <a:xfrm>
            <a:off x="5698521" y="9607867"/>
            <a:ext cx="51132" cy="1"/>
          </a:xfrm>
          <a:prstGeom prst="line">
            <a:avLst/>
          </a:prstGeom>
          <a:ln w="51131">
            <a:solidFill>
              <a:srgbClr val="00000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39" name="bg object 151"/>
          <p:cNvSpPr/>
          <p:nvPr/>
        </p:nvSpPr>
        <p:spPr>
          <a:xfrm>
            <a:off x="5800785" y="9607867"/>
            <a:ext cx="204527" cy="1"/>
          </a:xfrm>
          <a:prstGeom prst="line">
            <a:avLst/>
          </a:prstGeom>
          <a:ln w="51131">
            <a:solidFill>
              <a:srgbClr val="00000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40" name="bg object 152"/>
          <p:cNvSpPr/>
          <p:nvPr/>
        </p:nvSpPr>
        <p:spPr>
          <a:xfrm>
            <a:off x="6209836" y="9607867"/>
            <a:ext cx="51132" cy="1"/>
          </a:xfrm>
          <a:prstGeom prst="line">
            <a:avLst/>
          </a:prstGeom>
          <a:ln w="51131">
            <a:solidFill>
              <a:srgbClr val="00000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41" name="bg object 153"/>
          <p:cNvSpPr/>
          <p:nvPr/>
        </p:nvSpPr>
        <p:spPr>
          <a:xfrm>
            <a:off x="6363230" y="9607867"/>
            <a:ext cx="153395" cy="1"/>
          </a:xfrm>
          <a:prstGeom prst="line">
            <a:avLst/>
          </a:prstGeom>
          <a:ln w="51131">
            <a:solidFill>
              <a:srgbClr val="00000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42" name="bg object 154"/>
          <p:cNvSpPr/>
          <p:nvPr/>
        </p:nvSpPr>
        <p:spPr>
          <a:xfrm>
            <a:off x="5187205" y="9659000"/>
            <a:ext cx="357922" cy="1"/>
          </a:xfrm>
          <a:prstGeom prst="line">
            <a:avLst/>
          </a:prstGeom>
          <a:ln w="51131">
            <a:solidFill>
              <a:srgbClr val="00000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43" name="bg object 155"/>
          <p:cNvSpPr/>
          <p:nvPr/>
        </p:nvSpPr>
        <p:spPr>
          <a:xfrm>
            <a:off x="5596259" y="9659000"/>
            <a:ext cx="51132" cy="1"/>
          </a:xfrm>
          <a:prstGeom prst="line">
            <a:avLst/>
          </a:prstGeom>
          <a:ln w="51131">
            <a:solidFill>
              <a:srgbClr val="00000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44" name="bg object 156"/>
          <p:cNvSpPr/>
          <p:nvPr/>
        </p:nvSpPr>
        <p:spPr>
          <a:xfrm>
            <a:off x="5851916" y="9659000"/>
            <a:ext cx="204527" cy="1"/>
          </a:xfrm>
          <a:prstGeom prst="line">
            <a:avLst/>
          </a:prstGeom>
          <a:ln w="51131">
            <a:solidFill>
              <a:srgbClr val="00000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45" name="bg object 157"/>
          <p:cNvSpPr/>
          <p:nvPr/>
        </p:nvSpPr>
        <p:spPr>
          <a:xfrm>
            <a:off x="6209836" y="9659000"/>
            <a:ext cx="51132" cy="1"/>
          </a:xfrm>
          <a:prstGeom prst="line">
            <a:avLst/>
          </a:prstGeom>
          <a:ln w="51131">
            <a:solidFill>
              <a:srgbClr val="00000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46" name="bg object 158"/>
          <p:cNvSpPr/>
          <p:nvPr/>
        </p:nvSpPr>
        <p:spPr>
          <a:xfrm>
            <a:off x="6312099" y="9659000"/>
            <a:ext cx="51132" cy="1"/>
          </a:xfrm>
          <a:prstGeom prst="line">
            <a:avLst/>
          </a:prstGeom>
          <a:ln w="51131">
            <a:solidFill>
              <a:srgbClr val="00000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47" name="bg object 159"/>
          <p:cNvSpPr/>
          <p:nvPr/>
        </p:nvSpPr>
        <p:spPr>
          <a:xfrm>
            <a:off x="6414363" y="9659000"/>
            <a:ext cx="51132" cy="1"/>
          </a:xfrm>
          <a:prstGeom prst="line">
            <a:avLst/>
          </a:prstGeom>
          <a:ln w="51131">
            <a:solidFill>
              <a:srgbClr val="00000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48" name="bg object 160"/>
          <p:cNvSpPr/>
          <p:nvPr/>
        </p:nvSpPr>
        <p:spPr>
          <a:xfrm>
            <a:off x="6618889" y="9659000"/>
            <a:ext cx="51133" cy="1"/>
          </a:xfrm>
          <a:prstGeom prst="line">
            <a:avLst/>
          </a:prstGeom>
          <a:ln w="51131">
            <a:solidFill>
              <a:srgbClr val="000000"/>
            </a:solidFill>
          </a:ln>
        </p:spPr>
        <p:txBody>
          <a:bodyPr lIns="45719" rIns="45719"/>
          <a:lstStyle/>
          <a:p>
            <a:pPr/>
          </a:p>
        </p:txBody>
      </p:sp>
      <p:pic>
        <p:nvPicPr>
          <p:cNvPr id="149" name="bg object 161" descr="bg object 161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2303382" y="530349"/>
            <a:ext cx="2955229" cy="448051"/>
          </a:xfrm>
          <a:prstGeom prst="rect">
            <a:avLst/>
          </a:prstGeom>
          <a:ln w="12700">
            <a:miter lim="400000"/>
          </a:ln>
        </p:spPr>
      </p:pic>
      <p:pic>
        <p:nvPicPr>
          <p:cNvPr id="150" name="bg object 162" descr="bg object 162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59464" y="9740217"/>
            <a:ext cx="600580" cy="619645"/>
          </a:xfrm>
          <a:prstGeom prst="rect">
            <a:avLst/>
          </a:prstGeom>
          <a:ln w="12700">
            <a:miter lim="400000"/>
          </a:ln>
        </p:spPr>
      </p:pic>
      <p:pic>
        <p:nvPicPr>
          <p:cNvPr id="151" name="bg object 163" descr="bg object 163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950821" y="3236975"/>
            <a:ext cx="5595869" cy="3174488"/>
          </a:xfrm>
          <a:prstGeom prst="rect">
            <a:avLst/>
          </a:prstGeom>
          <a:ln w="12700">
            <a:miter lim="400000"/>
          </a:ln>
        </p:spPr>
      </p:pic>
      <p:sp>
        <p:nvSpPr>
          <p:cNvPr id="152" name="bg object 164"/>
          <p:cNvSpPr/>
          <p:nvPr/>
        </p:nvSpPr>
        <p:spPr>
          <a:xfrm>
            <a:off x="2976447" y="3692873"/>
            <a:ext cx="341603" cy="4687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5282" y="21402"/>
                </a:moveTo>
                <a:lnTo>
                  <a:pt x="12256" y="21600"/>
                </a:lnTo>
                <a:lnTo>
                  <a:pt x="10504" y="20537"/>
                </a:lnTo>
                <a:lnTo>
                  <a:pt x="9344" y="18763"/>
                </a:lnTo>
                <a:lnTo>
                  <a:pt x="8097" y="16829"/>
                </a:lnTo>
                <a:lnTo>
                  <a:pt x="6068" y="15071"/>
                </a:lnTo>
                <a:lnTo>
                  <a:pt x="3777" y="13673"/>
                </a:lnTo>
                <a:lnTo>
                  <a:pt x="1711" y="12181"/>
                </a:lnTo>
                <a:lnTo>
                  <a:pt x="359" y="10138"/>
                </a:lnTo>
                <a:lnTo>
                  <a:pt x="0" y="8624"/>
                </a:lnTo>
                <a:lnTo>
                  <a:pt x="15" y="6926"/>
                </a:lnTo>
                <a:lnTo>
                  <a:pt x="637" y="5145"/>
                </a:lnTo>
                <a:lnTo>
                  <a:pt x="2100" y="3380"/>
                </a:lnTo>
                <a:lnTo>
                  <a:pt x="4204" y="1951"/>
                </a:lnTo>
                <a:lnTo>
                  <a:pt x="6313" y="975"/>
                </a:lnTo>
                <a:lnTo>
                  <a:pt x="8621" y="288"/>
                </a:lnTo>
                <a:lnTo>
                  <a:pt x="11027" y="0"/>
                </a:lnTo>
                <a:lnTo>
                  <a:pt x="13433" y="222"/>
                </a:lnTo>
                <a:lnTo>
                  <a:pt x="15639" y="967"/>
                </a:lnTo>
                <a:lnTo>
                  <a:pt x="17684" y="2076"/>
                </a:lnTo>
                <a:lnTo>
                  <a:pt x="19962" y="3973"/>
                </a:lnTo>
                <a:lnTo>
                  <a:pt x="21351" y="6279"/>
                </a:lnTo>
                <a:lnTo>
                  <a:pt x="21600" y="7532"/>
                </a:lnTo>
                <a:lnTo>
                  <a:pt x="21510" y="8789"/>
                </a:lnTo>
                <a:lnTo>
                  <a:pt x="21052" y="10000"/>
                </a:lnTo>
                <a:lnTo>
                  <a:pt x="20170" y="11217"/>
                </a:lnTo>
                <a:lnTo>
                  <a:pt x="19122" y="12376"/>
                </a:lnTo>
                <a:lnTo>
                  <a:pt x="18179" y="13558"/>
                </a:lnTo>
                <a:lnTo>
                  <a:pt x="17612" y="14839"/>
                </a:lnTo>
                <a:lnTo>
                  <a:pt x="17607" y="16133"/>
                </a:lnTo>
                <a:lnTo>
                  <a:pt x="17950" y="17423"/>
                </a:lnTo>
                <a:lnTo>
                  <a:pt x="18356" y="18717"/>
                </a:lnTo>
                <a:lnTo>
                  <a:pt x="18539" y="20022"/>
                </a:lnTo>
                <a:lnTo>
                  <a:pt x="18536" y="20176"/>
                </a:lnTo>
                <a:lnTo>
                  <a:pt x="18519" y="20336"/>
                </a:lnTo>
                <a:lnTo>
                  <a:pt x="18261" y="20620"/>
                </a:lnTo>
                <a:lnTo>
                  <a:pt x="18004" y="20692"/>
                </a:lnTo>
                <a:lnTo>
                  <a:pt x="15282" y="21402"/>
                </a:lnTo>
                <a:close/>
              </a:path>
            </a:pathLst>
          </a:custGeom>
          <a:solidFill>
            <a:srgbClr val="F9B346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53" name="bg object 165"/>
          <p:cNvSpPr/>
          <p:nvPr/>
        </p:nvSpPr>
        <p:spPr>
          <a:xfrm>
            <a:off x="3109323" y="4032320"/>
            <a:ext cx="183215" cy="19749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3205" y="21395"/>
                </a:moveTo>
                <a:lnTo>
                  <a:pt x="12155" y="21587"/>
                </a:lnTo>
                <a:lnTo>
                  <a:pt x="11089" y="21600"/>
                </a:lnTo>
                <a:lnTo>
                  <a:pt x="10528" y="21551"/>
                </a:lnTo>
                <a:lnTo>
                  <a:pt x="9927" y="21376"/>
                </a:lnTo>
                <a:lnTo>
                  <a:pt x="9314" y="20513"/>
                </a:lnTo>
                <a:lnTo>
                  <a:pt x="9361" y="19957"/>
                </a:lnTo>
                <a:lnTo>
                  <a:pt x="8921" y="18634"/>
                </a:lnTo>
                <a:lnTo>
                  <a:pt x="8196" y="19303"/>
                </a:lnTo>
                <a:lnTo>
                  <a:pt x="6453" y="18636"/>
                </a:lnTo>
                <a:lnTo>
                  <a:pt x="5514" y="18435"/>
                </a:lnTo>
                <a:lnTo>
                  <a:pt x="2163" y="14162"/>
                </a:lnTo>
                <a:lnTo>
                  <a:pt x="1601" y="12692"/>
                </a:lnTo>
                <a:lnTo>
                  <a:pt x="726" y="10652"/>
                </a:lnTo>
                <a:lnTo>
                  <a:pt x="0" y="8348"/>
                </a:lnTo>
                <a:lnTo>
                  <a:pt x="55" y="6132"/>
                </a:lnTo>
                <a:lnTo>
                  <a:pt x="1521" y="4356"/>
                </a:lnTo>
                <a:lnTo>
                  <a:pt x="2277" y="4033"/>
                </a:lnTo>
                <a:lnTo>
                  <a:pt x="3110" y="3863"/>
                </a:lnTo>
                <a:lnTo>
                  <a:pt x="3966" y="3766"/>
                </a:lnTo>
                <a:lnTo>
                  <a:pt x="4794" y="3665"/>
                </a:lnTo>
                <a:lnTo>
                  <a:pt x="12180" y="1766"/>
                </a:lnTo>
                <a:lnTo>
                  <a:pt x="17397" y="168"/>
                </a:lnTo>
                <a:lnTo>
                  <a:pt x="17660" y="82"/>
                </a:lnTo>
                <a:lnTo>
                  <a:pt x="17976" y="0"/>
                </a:lnTo>
                <a:lnTo>
                  <a:pt x="18360" y="255"/>
                </a:lnTo>
                <a:lnTo>
                  <a:pt x="18428" y="436"/>
                </a:lnTo>
                <a:lnTo>
                  <a:pt x="21319" y="8985"/>
                </a:lnTo>
                <a:lnTo>
                  <a:pt x="21600" y="9835"/>
                </a:lnTo>
                <a:lnTo>
                  <a:pt x="21517" y="10695"/>
                </a:lnTo>
                <a:lnTo>
                  <a:pt x="20944" y="12340"/>
                </a:lnTo>
                <a:lnTo>
                  <a:pt x="18836" y="15345"/>
                </a:lnTo>
                <a:lnTo>
                  <a:pt x="18275" y="16990"/>
                </a:lnTo>
                <a:lnTo>
                  <a:pt x="18203" y="17829"/>
                </a:lnTo>
                <a:lnTo>
                  <a:pt x="18337" y="17475"/>
                </a:lnTo>
                <a:lnTo>
                  <a:pt x="18103" y="18288"/>
                </a:lnTo>
                <a:lnTo>
                  <a:pt x="14233" y="21078"/>
                </a:lnTo>
                <a:lnTo>
                  <a:pt x="13205" y="21395"/>
                </a:lnTo>
                <a:close/>
              </a:path>
            </a:pathLst>
          </a:custGeom>
          <a:solidFill>
            <a:srgbClr val="CADEDE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grpSp>
        <p:nvGrpSpPr>
          <p:cNvPr id="164" name="bg object 166"/>
          <p:cNvGrpSpPr/>
          <p:nvPr/>
        </p:nvGrpSpPr>
        <p:grpSpPr>
          <a:xfrm>
            <a:off x="2894425" y="3600541"/>
            <a:ext cx="427531" cy="574770"/>
            <a:chOff x="0" y="0"/>
            <a:chExt cx="427530" cy="574768"/>
          </a:xfrm>
        </p:grpSpPr>
        <p:sp>
          <p:nvSpPr>
            <p:cNvPr id="154" name="Línea"/>
            <p:cNvSpPr/>
            <p:nvPr/>
          </p:nvSpPr>
          <p:spPr>
            <a:xfrm>
              <a:off x="203777" y="311423"/>
              <a:ext cx="108658" cy="14311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3260" y="21600"/>
                  </a:moveTo>
                  <a:lnTo>
                    <a:pt x="11333" y="17447"/>
                  </a:lnTo>
                  <a:lnTo>
                    <a:pt x="8488" y="13592"/>
                  </a:lnTo>
                  <a:lnTo>
                    <a:pt x="5061" y="9954"/>
                  </a:lnTo>
                  <a:lnTo>
                    <a:pt x="1392" y="6454"/>
                  </a:lnTo>
                  <a:lnTo>
                    <a:pt x="649" y="5641"/>
                  </a:lnTo>
                  <a:lnTo>
                    <a:pt x="117" y="4741"/>
                  </a:lnTo>
                  <a:lnTo>
                    <a:pt x="0" y="3858"/>
                  </a:lnTo>
                  <a:lnTo>
                    <a:pt x="504" y="3099"/>
                  </a:lnTo>
                  <a:lnTo>
                    <a:pt x="1170" y="2599"/>
                  </a:lnTo>
                  <a:lnTo>
                    <a:pt x="2286" y="2612"/>
                  </a:lnTo>
                  <a:lnTo>
                    <a:pt x="5728" y="4899"/>
                  </a:lnTo>
                  <a:lnTo>
                    <a:pt x="6542" y="5475"/>
                  </a:lnTo>
                  <a:lnTo>
                    <a:pt x="10609" y="1212"/>
                  </a:lnTo>
                  <a:lnTo>
                    <a:pt x="11667" y="1807"/>
                  </a:lnTo>
                  <a:lnTo>
                    <a:pt x="12760" y="2419"/>
                  </a:lnTo>
                  <a:lnTo>
                    <a:pt x="15320" y="2879"/>
                  </a:lnTo>
                  <a:lnTo>
                    <a:pt x="16840" y="2633"/>
                  </a:lnTo>
                  <a:lnTo>
                    <a:pt x="17562" y="1797"/>
                  </a:lnTo>
                  <a:lnTo>
                    <a:pt x="17943" y="1359"/>
                  </a:lnTo>
                  <a:lnTo>
                    <a:pt x="18091" y="781"/>
                  </a:lnTo>
                  <a:lnTo>
                    <a:pt x="18652" y="475"/>
                  </a:lnTo>
                  <a:lnTo>
                    <a:pt x="19517" y="0"/>
                  </a:lnTo>
                  <a:lnTo>
                    <a:pt x="20829" y="536"/>
                  </a:lnTo>
                  <a:lnTo>
                    <a:pt x="21600" y="2066"/>
                  </a:lnTo>
                  <a:lnTo>
                    <a:pt x="21340" y="2917"/>
                  </a:lnTo>
                  <a:lnTo>
                    <a:pt x="21078" y="3706"/>
                  </a:lnTo>
                  <a:lnTo>
                    <a:pt x="19819" y="7792"/>
                  </a:lnTo>
                  <a:lnTo>
                    <a:pt x="19006" y="11940"/>
                  </a:lnTo>
                  <a:lnTo>
                    <a:pt x="19088" y="16028"/>
                  </a:lnTo>
                  <a:lnTo>
                    <a:pt x="20516" y="19934"/>
                  </a:lnTo>
                </a:path>
              </a:pathLst>
            </a:custGeom>
            <a:noFill/>
            <a:ln w="12466" cap="flat">
              <a:solidFill>
                <a:srgbClr val="134678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155" name="Línea"/>
            <p:cNvSpPr/>
            <p:nvPr/>
          </p:nvSpPr>
          <p:spPr>
            <a:xfrm>
              <a:off x="0" y="138454"/>
              <a:ext cx="61808" cy="4188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21600"/>
                  </a:moveTo>
                  <a:lnTo>
                    <a:pt x="8026" y="7426"/>
                  </a:lnTo>
                  <a:lnTo>
                    <a:pt x="0" y="354"/>
                  </a:lnTo>
                  <a:lnTo>
                    <a:pt x="516" y="28"/>
                  </a:lnTo>
                  <a:lnTo>
                    <a:pt x="1123" y="0"/>
                  </a:lnTo>
                  <a:lnTo>
                    <a:pt x="1652" y="283"/>
                  </a:lnTo>
                </a:path>
              </a:pathLst>
            </a:custGeom>
            <a:noFill/>
            <a:ln w="12466" cap="flat">
              <a:solidFill>
                <a:srgbClr val="134678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156" name="Línea"/>
            <p:cNvSpPr/>
            <p:nvPr/>
          </p:nvSpPr>
          <p:spPr>
            <a:xfrm>
              <a:off x="87820" y="39863"/>
              <a:ext cx="39739" cy="6218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141" y="21600"/>
                  </a:moveTo>
                  <a:lnTo>
                    <a:pt x="21600" y="21296"/>
                  </a:lnTo>
                  <a:lnTo>
                    <a:pt x="21275" y="20794"/>
                  </a:lnTo>
                  <a:lnTo>
                    <a:pt x="20926" y="20431"/>
                  </a:lnTo>
                  <a:lnTo>
                    <a:pt x="15407" y="15399"/>
                  </a:lnTo>
                  <a:lnTo>
                    <a:pt x="9540" y="10504"/>
                  </a:lnTo>
                  <a:lnTo>
                    <a:pt x="4135" y="5464"/>
                  </a:lnTo>
                  <a:lnTo>
                    <a:pt x="0" y="0"/>
                  </a:lnTo>
                </a:path>
              </a:pathLst>
            </a:custGeom>
            <a:noFill/>
            <a:ln w="12466" cap="flat">
              <a:solidFill>
                <a:srgbClr val="134678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157" name="Línea"/>
            <p:cNvSpPr/>
            <p:nvPr/>
          </p:nvSpPr>
          <p:spPr>
            <a:xfrm>
              <a:off x="199317" y="0"/>
              <a:ext cx="12701" cy="6294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21600"/>
                  </a:moveTo>
                  <a:lnTo>
                    <a:pt x="8831" y="16316"/>
                  </a:lnTo>
                  <a:lnTo>
                    <a:pt x="1613" y="10906"/>
                  </a:lnTo>
                  <a:lnTo>
                    <a:pt x="0" y="5444"/>
                  </a:lnTo>
                  <a:lnTo>
                    <a:pt x="4048" y="0"/>
                  </a:lnTo>
                </a:path>
              </a:pathLst>
            </a:custGeom>
            <a:noFill/>
            <a:ln w="12466" cap="flat">
              <a:solidFill>
                <a:srgbClr val="134678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158" name="Línea"/>
            <p:cNvSpPr/>
            <p:nvPr/>
          </p:nvSpPr>
          <p:spPr>
            <a:xfrm>
              <a:off x="312358" y="4208"/>
              <a:ext cx="19213" cy="6407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4105" y="16164"/>
                  </a:lnTo>
                  <a:lnTo>
                    <a:pt x="8521" y="10752"/>
                  </a:lnTo>
                  <a:lnTo>
                    <a:pt x="13246" y="5364"/>
                  </a:lnTo>
                  <a:lnTo>
                    <a:pt x="18279" y="0"/>
                  </a:lnTo>
                  <a:lnTo>
                    <a:pt x="20366" y="451"/>
                  </a:lnTo>
                  <a:lnTo>
                    <a:pt x="21600" y="1241"/>
                  </a:lnTo>
                  <a:lnTo>
                    <a:pt x="21421" y="2007"/>
                  </a:lnTo>
                </a:path>
              </a:pathLst>
            </a:custGeom>
            <a:noFill/>
            <a:ln w="12466" cap="flat">
              <a:solidFill>
                <a:srgbClr val="134678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159" name="Línea"/>
            <p:cNvSpPr/>
            <p:nvPr/>
          </p:nvSpPr>
          <p:spPr>
            <a:xfrm>
              <a:off x="386950" y="55933"/>
              <a:ext cx="40581" cy="4995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57" y="21195"/>
                  </a:moveTo>
                  <a:lnTo>
                    <a:pt x="0" y="21600"/>
                  </a:lnTo>
                  <a:lnTo>
                    <a:pt x="841" y="21449"/>
                  </a:lnTo>
                  <a:lnTo>
                    <a:pt x="1164" y="21143"/>
                  </a:lnTo>
                  <a:lnTo>
                    <a:pt x="6522" y="16018"/>
                  </a:lnTo>
                  <a:lnTo>
                    <a:pt x="11715" y="10784"/>
                  </a:lnTo>
                  <a:lnTo>
                    <a:pt x="16742" y="5442"/>
                  </a:lnTo>
                  <a:lnTo>
                    <a:pt x="21600" y="0"/>
                  </a:lnTo>
                </a:path>
              </a:pathLst>
            </a:custGeom>
            <a:noFill/>
            <a:ln w="12466" cap="flat">
              <a:solidFill>
                <a:srgbClr val="134678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160" name="Línea"/>
            <p:cNvSpPr/>
            <p:nvPr/>
          </p:nvSpPr>
          <p:spPr>
            <a:xfrm>
              <a:off x="244875" y="562068"/>
              <a:ext cx="49058" cy="1270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5583" y="19782"/>
                  </a:lnTo>
                  <a:lnTo>
                    <a:pt x="11134" y="16470"/>
                  </a:lnTo>
                  <a:lnTo>
                    <a:pt x="16518" y="10324"/>
                  </a:lnTo>
                  <a:lnTo>
                    <a:pt x="21600" y="0"/>
                  </a:lnTo>
                </a:path>
              </a:pathLst>
            </a:custGeom>
            <a:noFill/>
            <a:ln w="12466" cap="flat">
              <a:solidFill>
                <a:srgbClr val="134678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161" name="Línea"/>
            <p:cNvSpPr/>
            <p:nvPr/>
          </p:nvSpPr>
          <p:spPr>
            <a:xfrm>
              <a:off x="237686" y="534824"/>
              <a:ext cx="25774" cy="1270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5399" y="16218"/>
                  </a:lnTo>
                  <a:lnTo>
                    <a:pt x="10800" y="10800"/>
                  </a:lnTo>
                  <a:lnTo>
                    <a:pt x="16202" y="5388"/>
                  </a:lnTo>
                  <a:lnTo>
                    <a:pt x="21600" y="0"/>
                  </a:lnTo>
                </a:path>
              </a:pathLst>
            </a:custGeom>
            <a:noFill/>
            <a:ln w="12466" cap="flat">
              <a:solidFill>
                <a:srgbClr val="134678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162" name="Línea"/>
            <p:cNvSpPr/>
            <p:nvPr/>
          </p:nvSpPr>
          <p:spPr>
            <a:xfrm>
              <a:off x="336544" y="500167"/>
              <a:ext cx="44000" cy="1969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2930" y="19375"/>
                  </a:lnTo>
                  <a:lnTo>
                    <a:pt x="5868" y="17117"/>
                  </a:lnTo>
                  <a:lnTo>
                    <a:pt x="8798" y="14892"/>
                  </a:lnTo>
                  <a:lnTo>
                    <a:pt x="12252" y="12159"/>
                  </a:lnTo>
                  <a:lnTo>
                    <a:pt x="15628" y="8998"/>
                  </a:lnTo>
                  <a:lnTo>
                    <a:pt x="18790" y="5061"/>
                  </a:lnTo>
                  <a:lnTo>
                    <a:pt x="21600" y="0"/>
                  </a:lnTo>
                </a:path>
              </a:pathLst>
            </a:custGeom>
            <a:noFill/>
            <a:ln w="12466" cap="flat">
              <a:solidFill>
                <a:srgbClr val="134678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163" name="Línea"/>
            <p:cNvSpPr/>
            <p:nvPr/>
          </p:nvSpPr>
          <p:spPr>
            <a:xfrm>
              <a:off x="351780" y="539370"/>
              <a:ext cx="24015" cy="1501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4913" y="15029"/>
                  </a:lnTo>
                  <a:lnTo>
                    <a:pt x="10184" y="9209"/>
                  </a:lnTo>
                  <a:lnTo>
                    <a:pt x="15762" y="4183"/>
                  </a:lnTo>
                  <a:lnTo>
                    <a:pt x="21600" y="0"/>
                  </a:lnTo>
                </a:path>
              </a:pathLst>
            </a:custGeom>
            <a:noFill/>
            <a:ln w="12466" cap="flat">
              <a:solidFill>
                <a:srgbClr val="134678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</p:grpSp>
      <p:sp>
        <p:nvSpPr>
          <p:cNvPr id="165" name="bg object 167"/>
          <p:cNvSpPr/>
          <p:nvPr/>
        </p:nvSpPr>
        <p:spPr>
          <a:xfrm>
            <a:off x="5083592" y="373481"/>
            <a:ext cx="2037248" cy="203919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1729" y="21560"/>
                </a:moveTo>
                <a:lnTo>
                  <a:pt x="11222" y="21592"/>
                </a:lnTo>
                <a:lnTo>
                  <a:pt x="10718" y="21600"/>
                </a:lnTo>
                <a:lnTo>
                  <a:pt x="10219" y="21585"/>
                </a:lnTo>
                <a:lnTo>
                  <a:pt x="9726" y="21548"/>
                </a:lnTo>
                <a:lnTo>
                  <a:pt x="9238" y="21488"/>
                </a:lnTo>
                <a:lnTo>
                  <a:pt x="8756" y="21407"/>
                </a:lnTo>
                <a:lnTo>
                  <a:pt x="8281" y="21304"/>
                </a:lnTo>
                <a:lnTo>
                  <a:pt x="7814" y="21181"/>
                </a:lnTo>
                <a:lnTo>
                  <a:pt x="7354" y="21037"/>
                </a:lnTo>
                <a:lnTo>
                  <a:pt x="6903" y="20874"/>
                </a:lnTo>
                <a:lnTo>
                  <a:pt x="6461" y="20691"/>
                </a:lnTo>
                <a:lnTo>
                  <a:pt x="6029" y="20490"/>
                </a:lnTo>
                <a:lnTo>
                  <a:pt x="5607" y="20269"/>
                </a:lnTo>
                <a:lnTo>
                  <a:pt x="5195" y="20031"/>
                </a:lnTo>
                <a:lnTo>
                  <a:pt x="4796" y="19776"/>
                </a:lnTo>
                <a:lnTo>
                  <a:pt x="4407" y="19504"/>
                </a:lnTo>
                <a:lnTo>
                  <a:pt x="4032" y="19215"/>
                </a:lnTo>
                <a:lnTo>
                  <a:pt x="3669" y="18910"/>
                </a:lnTo>
                <a:lnTo>
                  <a:pt x="3320" y="18589"/>
                </a:lnTo>
                <a:lnTo>
                  <a:pt x="2985" y="18253"/>
                </a:lnTo>
                <a:lnTo>
                  <a:pt x="2665" y="17903"/>
                </a:lnTo>
                <a:lnTo>
                  <a:pt x="2360" y="17539"/>
                </a:lnTo>
                <a:lnTo>
                  <a:pt x="2071" y="17160"/>
                </a:lnTo>
                <a:lnTo>
                  <a:pt x="1798" y="16769"/>
                </a:lnTo>
                <a:lnTo>
                  <a:pt x="1543" y="16365"/>
                </a:lnTo>
                <a:lnTo>
                  <a:pt x="1304" y="15949"/>
                </a:lnTo>
                <a:lnTo>
                  <a:pt x="1084" y="15521"/>
                </a:lnTo>
                <a:lnTo>
                  <a:pt x="883" y="15081"/>
                </a:lnTo>
                <a:lnTo>
                  <a:pt x="700" y="14631"/>
                </a:lnTo>
                <a:lnTo>
                  <a:pt x="538" y="14170"/>
                </a:lnTo>
                <a:lnTo>
                  <a:pt x="395" y="13699"/>
                </a:lnTo>
                <a:lnTo>
                  <a:pt x="274" y="13219"/>
                </a:lnTo>
                <a:lnTo>
                  <a:pt x="174" y="12730"/>
                </a:lnTo>
                <a:lnTo>
                  <a:pt x="96" y="12233"/>
                </a:lnTo>
                <a:lnTo>
                  <a:pt x="40" y="11727"/>
                </a:lnTo>
                <a:lnTo>
                  <a:pt x="8" y="11220"/>
                </a:lnTo>
                <a:lnTo>
                  <a:pt x="0" y="10716"/>
                </a:lnTo>
                <a:lnTo>
                  <a:pt x="15" y="10217"/>
                </a:lnTo>
                <a:lnTo>
                  <a:pt x="52" y="9724"/>
                </a:lnTo>
                <a:lnTo>
                  <a:pt x="112" y="9236"/>
                </a:lnTo>
                <a:lnTo>
                  <a:pt x="193" y="8754"/>
                </a:lnTo>
                <a:lnTo>
                  <a:pt x="295" y="8279"/>
                </a:lnTo>
                <a:lnTo>
                  <a:pt x="419" y="7812"/>
                </a:lnTo>
                <a:lnTo>
                  <a:pt x="562" y="7352"/>
                </a:lnTo>
                <a:lnTo>
                  <a:pt x="725" y="6901"/>
                </a:lnTo>
                <a:lnTo>
                  <a:pt x="908" y="6459"/>
                </a:lnTo>
                <a:lnTo>
                  <a:pt x="1110" y="6027"/>
                </a:lnTo>
                <a:lnTo>
                  <a:pt x="1330" y="5605"/>
                </a:lnTo>
                <a:lnTo>
                  <a:pt x="1568" y="5194"/>
                </a:lnTo>
                <a:lnTo>
                  <a:pt x="1823" y="4794"/>
                </a:lnTo>
                <a:lnTo>
                  <a:pt x="2095" y="4406"/>
                </a:lnTo>
                <a:lnTo>
                  <a:pt x="2384" y="4030"/>
                </a:lnTo>
                <a:lnTo>
                  <a:pt x="2689" y="3668"/>
                </a:lnTo>
                <a:lnTo>
                  <a:pt x="3010" y="3319"/>
                </a:lnTo>
                <a:lnTo>
                  <a:pt x="3345" y="2984"/>
                </a:lnTo>
                <a:lnTo>
                  <a:pt x="3696" y="2664"/>
                </a:lnTo>
                <a:lnTo>
                  <a:pt x="4060" y="2359"/>
                </a:lnTo>
                <a:lnTo>
                  <a:pt x="4438" y="2070"/>
                </a:lnTo>
                <a:lnTo>
                  <a:pt x="4829" y="1797"/>
                </a:lnTo>
                <a:lnTo>
                  <a:pt x="5234" y="1542"/>
                </a:lnTo>
                <a:lnTo>
                  <a:pt x="5650" y="1304"/>
                </a:lnTo>
                <a:lnTo>
                  <a:pt x="6078" y="1083"/>
                </a:lnTo>
                <a:lnTo>
                  <a:pt x="6517" y="882"/>
                </a:lnTo>
                <a:lnTo>
                  <a:pt x="6968" y="700"/>
                </a:lnTo>
                <a:lnTo>
                  <a:pt x="7428" y="537"/>
                </a:lnTo>
                <a:lnTo>
                  <a:pt x="7899" y="395"/>
                </a:lnTo>
                <a:lnTo>
                  <a:pt x="8379" y="274"/>
                </a:lnTo>
                <a:lnTo>
                  <a:pt x="8868" y="174"/>
                </a:lnTo>
                <a:lnTo>
                  <a:pt x="9365" y="96"/>
                </a:lnTo>
                <a:lnTo>
                  <a:pt x="9871" y="40"/>
                </a:lnTo>
                <a:lnTo>
                  <a:pt x="10378" y="8"/>
                </a:lnTo>
                <a:lnTo>
                  <a:pt x="10882" y="0"/>
                </a:lnTo>
                <a:lnTo>
                  <a:pt x="11381" y="15"/>
                </a:lnTo>
                <a:lnTo>
                  <a:pt x="11874" y="52"/>
                </a:lnTo>
                <a:lnTo>
                  <a:pt x="12363" y="112"/>
                </a:lnTo>
                <a:lnTo>
                  <a:pt x="12844" y="193"/>
                </a:lnTo>
                <a:lnTo>
                  <a:pt x="13319" y="296"/>
                </a:lnTo>
                <a:lnTo>
                  <a:pt x="13787" y="419"/>
                </a:lnTo>
                <a:lnTo>
                  <a:pt x="14246" y="563"/>
                </a:lnTo>
                <a:lnTo>
                  <a:pt x="14697" y="726"/>
                </a:lnTo>
                <a:lnTo>
                  <a:pt x="15139" y="909"/>
                </a:lnTo>
                <a:lnTo>
                  <a:pt x="15571" y="1110"/>
                </a:lnTo>
                <a:lnTo>
                  <a:pt x="15993" y="1331"/>
                </a:lnTo>
                <a:lnTo>
                  <a:pt x="16405" y="1569"/>
                </a:lnTo>
                <a:lnTo>
                  <a:pt x="16805" y="1824"/>
                </a:lnTo>
                <a:lnTo>
                  <a:pt x="17193" y="2096"/>
                </a:lnTo>
                <a:lnTo>
                  <a:pt x="17568" y="2385"/>
                </a:lnTo>
                <a:lnTo>
                  <a:pt x="17931" y="2690"/>
                </a:lnTo>
                <a:lnTo>
                  <a:pt x="18280" y="3011"/>
                </a:lnTo>
                <a:lnTo>
                  <a:pt x="18615" y="3347"/>
                </a:lnTo>
                <a:lnTo>
                  <a:pt x="18935" y="3697"/>
                </a:lnTo>
                <a:lnTo>
                  <a:pt x="19240" y="4061"/>
                </a:lnTo>
                <a:lnTo>
                  <a:pt x="19529" y="4439"/>
                </a:lnTo>
                <a:lnTo>
                  <a:pt x="19802" y="4831"/>
                </a:lnTo>
                <a:lnTo>
                  <a:pt x="20057" y="5235"/>
                </a:lnTo>
                <a:lnTo>
                  <a:pt x="20296" y="5651"/>
                </a:lnTo>
                <a:lnTo>
                  <a:pt x="20516" y="6079"/>
                </a:lnTo>
                <a:lnTo>
                  <a:pt x="20717" y="6519"/>
                </a:lnTo>
                <a:lnTo>
                  <a:pt x="20900" y="6969"/>
                </a:lnTo>
                <a:lnTo>
                  <a:pt x="21062" y="7430"/>
                </a:lnTo>
                <a:lnTo>
                  <a:pt x="21205" y="7900"/>
                </a:lnTo>
                <a:lnTo>
                  <a:pt x="21326" y="8381"/>
                </a:lnTo>
                <a:lnTo>
                  <a:pt x="21426" y="8870"/>
                </a:lnTo>
                <a:lnTo>
                  <a:pt x="21504" y="9367"/>
                </a:lnTo>
                <a:lnTo>
                  <a:pt x="21560" y="9873"/>
                </a:lnTo>
                <a:lnTo>
                  <a:pt x="21592" y="10380"/>
                </a:lnTo>
                <a:lnTo>
                  <a:pt x="21600" y="10884"/>
                </a:lnTo>
                <a:lnTo>
                  <a:pt x="21585" y="11382"/>
                </a:lnTo>
                <a:lnTo>
                  <a:pt x="21548" y="11876"/>
                </a:lnTo>
                <a:lnTo>
                  <a:pt x="21488" y="12364"/>
                </a:lnTo>
                <a:lnTo>
                  <a:pt x="21407" y="12846"/>
                </a:lnTo>
                <a:lnTo>
                  <a:pt x="21305" y="13321"/>
                </a:lnTo>
                <a:lnTo>
                  <a:pt x="21181" y="13788"/>
                </a:lnTo>
                <a:lnTo>
                  <a:pt x="21038" y="14248"/>
                </a:lnTo>
                <a:lnTo>
                  <a:pt x="20875" y="14699"/>
                </a:lnTo>
                <a:lnTo>
                  <a:pt x="20692" y="15141"/>
                </a:lnTo>
                <a:lnTo>
                  <a:pt x="20490" y="15573"/>
                </a:lnTo>
                <a:lnTo>
                  <a:pt x="20270" y="15995"/>
                </a:lnTo>
                <a:lnTo>
                  <a:pt x="20032" y="16406"/>
                </a:lnTo>
                <a:lnTo>
                  <a:pt x="19777" y="16806"/>
                </a:lnTo>
                <a:lnTo>
                  <a:pt x="19505" y="17194"/>
                </a:lnTo>
                <a:lnTo>
                  <a:pt x="19216" y="17570"/>
                </a:lnTo>
                <a:lnTo>
                  <a:pt x="18911" y="17932"/>
                </a:lnTo>
                <a:lnTo>
                  <a:pt x="18590" y="18281"/>
                </a:lnTo>
                <a:lnTo>
                  <a:pt x="18255" y="18616"/>
                </a:lnTo>
                <a:lnTo>
                  <a:pt x="17904" y="18936"/>
                </a:lnTo>
                <a:lnTo>
                  <a:pt x="17540" y="19241"/>
                </a:lnTo>
                <a:lnTo>
                  <a:pt x="17162" y="19530"/>
                </a:lnTo>
                <a:lnTo>
                  <a:pt x="16771" y="19803"/>
                </a:lnTo>
                <a:lnTo>
                  <a:pt x="16367" y="20058"/>
                </a:lnTo>
                <a:lnTo>
                  <a:pt x="15950" y="20296"/>
                </a:lnTo>
                <a:lnTo>
                  <a:pt x="15522" y="20517"/>
                </a:lnTo>
                <a:lnTo>
                  <a:pt x="15083" y="20718"/>
                </a:lnTo>
                <a:lnTo>
                  <a:pt x="14632" y="20900"/>
                </a:lnTo>
                <a:lnTo>
                  <a:pt x="14172" y="21063"/>
                </a:lnTo>
                <a:lnTo>
                  <a:pt x="13701" y="21205"/>
                </a:lnTo>
                <a:lnTo>
                  <a:pt x="13221" y="21326"/>
                </a:lnTo>
                <a:lnTo>
                  <a:pt x="12732" y="21426"/>
                </a:lnTo>
                <a:lnTo>
                  <a:pt x="12235" y="21504"/>
                </a:lnTo>
                <a:lnTo>
                  <a:pt x="11729" y="21560"/>
                </a:lnTo>
                <a:close/>
              </a:path>
            </a:pathLst>
          </a:custGeom>
          <a:solidFill>
            <a:srgbClr val="ECF4DF">
              <a:alpha val="14898"/>
            </a:srgb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grpSp>
        <p:nvGrpSpPr>
          <p:cNvPr id="168" name="bg object 168"/>
          <p:cNvGrpSpPr/>
          <p:nvPr/>
        </p:nvGrpSpPr>
        <p:grpSpPr>
          <a:xfrm>
            <a:off x="5082742" y="365072"/>
            <a:ext cx="2037232" cy="2044892"/>
            <a:chOff x="0" y="0"/>
            <a:chExt cx="2037231" cy="2044890"/>
          </a:xfrm>
        </p:grpSpPr>
        <p:sp>
          <p:nvSpPr>
            <p:cNvPr id="166" name="Figura"/>
            <p:cNvSpPr/>
            <p:nvPr/>
          </p:nvSpPr>
          <p:spPr>
            <a:xfrm>
              <a:off x="0" y="0"/>
              <a:ext cx="2037232" cy="204489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10432"/>
                  </a:moveTo>
                  <a:lnTo>
                    <a:pt x="21565" y="9896"/>
                  </a:lnTo>
                  <a:lnTo>
                    <a:pt x="21507" y="9363"/>
                  </a:lnTo>
                  <a:lnTo>
                    <a:pt x="21426" y="8831"/>
                  </a:lnTo>
                  <a:lnTo>
                    <a:pt x="21334" y="8435"/>
                  </a:lnTo>
                  <a:lnTo>
                    <a:pt x="21209" y="7907"/>
                  </a:lnTo>
                  <a:lnTo>
                    <a:pt x="21061" y="7382"/>
                  </a:lnTo>
                  <a:lnTo>
                    <a:pt x="20905" y="6991"/>
                  </a:lnTo>
                  <a:lnTo>
                    <a:pt x="20716" y="6469"/>
                  </a:lnTo>
                  <a:lnTo>
                    <a:pt x="20519" y="6082"/>
                  </a:lnTo>
                  <a:lnTo>
                    <a:pt x="20302" y="5696"/>
                  </a:lnTo>
                  <a:lnTo>
                    <a:pt x="20055" y="5179"/>
                  </a:lnTo>
                  <a:lnTo>
                    <a:pt x="19801" y="4797"/>
                  </a:lnTo>
                  <a:lnTo>
                    <a:pt x="19529" y="4416"/>
                  </a:lnTo>
                  <a:lnTo>
                    <a:pt x="19445" y="4306"/>
                  </a:lnTo>
                  <a:lnTo>
                    <a:pt x="19445" y="10617"/>
                  </a:lnTo>
                  <a:lnTo>
                    <a:pt x="19436" y="11022"/>
                  </a:lnTo>
                  <a:lnTo>
                    <a:pt x="19411" y="11563"/>
                  </a:lnTo>
                  <a:lnTo>
                    <a:pt x="19348" y="11972"/>
                  </a:lnTo>
                  <a:lnTo>
                    <a:pt x="19269" y="12517"/>
                  </a:lnTo>
                  <a:lnTo>
                    <a:pt x="19154" y="12931"/>
                  </a:lnTo>
                  <a:lnTo>
                    <a:pt x="19025" y="13481"/>
                  </a:lnTo>
                  <a:lnTo>
                    <a:pt x="18861" y="13899"/>
                  </a:lnTo>
                  <a:lnTo>
                    <a:pt x="18674" y="14319"/>
                  </a:lnTo>
                  <a:lnTo>
                    <a:pt x="18465" y="14741"/>
                  </a:lnTo>
                  <a:lnTo>
                    <a:pt x="18234" y="15165"/>
                  </a:lnTo>
                  <a:lnTo>
                    <a:pt x="17983" y="15590"/>
                  </a:lnTo>
                  <a:lnTo>
                    <a:pt x="17712" y="16018"/>
                  </a:lnTo>
                  <a:lnTo>
                    <a:pt x="17410" y="16313"/>
                  </a:lnTo>
                  <a:lnTo>
                    <a:pt x="17102" y="16743"/>
                  </a:lnTo>
                  <a:lnTo>
                    <a:pt x="16765" y="17041"/>
                  </a:lnTo>
                  <a:lnTo>
                    <a:pt x="16411" y="17341"/>
                  </a:lnTo>
                  <a:lnTo>
                    <a:pt x="16042" y="17642"/>
                  </a:lnTo>
                  <a:lnTo>
                    <a:pt x="15658" y="17944"/>
                  </a:lnTo>
                  <a:lnTo>
                    <a:pt x="15248" y="18114"/>
                  </a:lnTo>
                  <a:lnTo>
                    <a:pt x="14836" y="18419"/>
                  </a:lnTo>
                  <a:lnTo>
                    <a:pt x="13953" y="18764"/>
                  </a:lnTo>
                  <a:lnTo>
                    <a:pt x="12549" y="19289"/>
                  </a:lnTo>
                  <a:lnTo>
                    <a:pt x="10544" y="19461"/>
                  </a:lnTo>
                  <a:lnTo>
                    <a:pt x="9071" y="19184"/>
                  </a:lnTo>
                  <a:lnTo>
                    <a:pt x="8141" y="18994"/>
                  </a:lnTo>
                  <a:lnTo>
                    <a:pt x="7683" y="18764"/>
                  </a:lnTo>
                  <a:lnTo>
                    <a:pt x="7250" y="18667"/>
                  </a:lnTo>
                  <a:lnTo>
                    <a:pt x="6820" y="18435"/>
                  </a:lnTo>
                  <a:lnTo>
                    <a:pt x="6404" y="18201"/>
                  </a:lnTo>
                  <a:lnTo>
                    <a:pt x="6004" y="17966"/>
                  </a:lnTo>
                  <a:lnTo>
                    <a:pt x="5621" y="17730"/>
                  </a:lnTo>
                  <a:lnTo>
                    <a:pt x="5243" y="17358"/>
                  </a:lnTo>
                  <a:lnTo>
                    <a:pt x="4895" y="17119"/>
                  </a:lnTo>
                  <a:lnTo>
                    <a:pt x="4554" y="16744"/>
                  </a:lnTo>
                  <a:lnTo>
                    <a:pt x="4234" y="16368"/>
                  </a:lnTo>
                  <a:lnTo>
                    <a:pt x="3933" y="15990"/>
                  </a:lnTo>
                  <a:lnTo>
                    <a:pt x="3655" y="15610"/>
                  </a:lnTo>
                  <a:lnTo>
                    <a:pt x="3398" y="15228"/>
                  </a:lnTo>
                  <a:lnTo>
                    <a:pt x="3165" y="14844"/>
                  </a:lnTo>
                  <a:lnTo>
                    <a:pt x="2944" y="14325"/>
                  </a:lnTo>
                  <a:lnTo>
                    <a:pt x="2759" y="13937"/>
                  </a:lnTo>
                  <a:lnTo>
                    <a:pt x="2588" y="13413"/>
                  </a:lnTo>
                  <a:lnTo>
                    <a:pt x="2455" y="13020"/>
                  </a:lnTo>
                  <a:lnTo>
                    <a:pt x="2337" y="12492"/>
                  </a:lnTo>
                  <a:lnTo>
                    <a:pt x="2259" y="12094"/>
                  </a:lnTo>
                  <a:lnTo>
                    <a:pt x="2198" y="11561"/>
                  </a:lnTo>
                  <a:lnTo>
                    <a:pt x="2166" y="11025"/>
                  </a:lnTo>
                  <a:lnTo>
                    <a:pt x="2163" y="10487"/>
                  </a:lnTo>
                  <a:lnTo>
                    <a:pt x="2200" y="10080"/>
                  </a:lnTo>
                  <a:lnTo>
                    <a:pt x="2252" y="9537"/>
                  </a:lnTo>
                  <a:lnTo>
                    <a:pt x="2342" y="9125"/>
                  </a:lnTo>
                  <a:lnTo>
                    <a:pt x="2446" y="8578"/>
                  </a:lnTo>
                  <a:lnTo>
                    <a:pt x="2586" y="8162"/>
                  </a:lnTo>
                  <a:lnTo>
                    <a:pt x="2750" y="7743"/>
                  </a:lnTo>
                  <a:lnTo>
                    <a:pt x="2926" y="7190"/>
                  </a:lnTo>
                  <a:lnTo>
                    <a:pt x="3135" y="6768"/>
                  </a:lnTo>
                  <a:lnTo>
                    <a:pt x="3366" y="6344"/>
                  </a:lnTo>
                  <a:lnTo>
                    <a:pt x="3628" y="6052"/>
                  </a:lnTo>
                  <a:lnTo>
                    <a:pt x="3900" y="5625"/>
                  </a:lnTo>
                  <a:lnTo>
                    <a:pt x="4190" y="5196"/>
                  </a:lnTo>
                  <a:lnTo>
                    <a:pt x="4509" y="4899"/>
                  </a:lnTo>
                  <a:lnTo>
                    <a:pt x="4847" y="4601"/>
                  </a:lnTo>
                  <a:lnTo>
                    <a:pt x="5200" y="4301"/>
                  </a:lnTo>
                  <a:lnTo>
                    <a:pt x="5570" y="4000"/>
                  </a:lnTo>
                  <a:lnTo>
                    <a:pt x="5954" y="3698"/>
                  </a:lnTo>
                  <a:lnTo>
                    <a:pt x="6352" y="3394"/>
                  </a:lnTo>
                  <a:lnTo>
                    <a:pt x="6776" y="3223"/>
                  </a:lnTo>
                  <a:lnTo>
                    <a:pt x="7200" y="2918"/>
                  </a:lnTo>
                  <a:lnTo>
                    <a:pt x="8105" y="2571"/>
                  </a:lnTo>
                  <a:lnTo>
                    <a:pt x="8585" y="2529"/>
                  </a:lnTo>
                  <a:lnTo>
                    <a:pt x="9063" y="2354"/>
                  </a:lnTo>
                  <a:lnTo>
                    <a:pt x="11068" y="2181"/>
                  </a:lnTo>
                  <a:lnTo>
                    <a:pt x="11568" y="2273"/>
                  </a:lnTo>
                  <a:lnTo>
                    <a:pt x="12048" y="2232"/>
                  </a:lnTo>
                  <a:lnTo>
                    <a:pt x="13000" y="2419"/>
                  </a:lnTo>
                  <a:lnTo>
                    <a:pt x="13470" y="2648"/>
                  </a:lnTo>
                  <a:lnTo>
                    <a:pt x="13917" y="2744"/>
                  </a:lnTo>
                  <a:lnTo>
                    <a:pt x="14361" y="2975"/>
                  </a:lnTo>
                  <a:lnTo>
                    <a:pt x="14792" y="3208"/>
                  </a:lnTo>
                  <a:lnTo>
                    <a:pt x="15208" y="3441"/>
                  </a:lnTo>
                  <a:lnTo>
                    <a:pt x="15608" y="3676"/>
                  </a:lnTo>
                  <a:lnTo>
                    <a:pt x="15991" y="3912"/>
                  </a:lnTo>
                  <a:lnTo>
                    <a:pt x="16357" y="4150"/>
                  </a:lnTo>
                  <a:lnTo>
                    <a:pt x="16717" y="4523"/>
                  </a:lnTo>
                  <a:lnTo>
                    <a:pt x="17057" y="4898"/>
                  </a:lnTo>
                  <a:lnTo>
                    <a:pt x="17366" y="5141"/>
                  </a:lnTo>
                  <a:lnTo>
                    <a:pt x="17666" y="5519"/>
                  </a:lnTo>
                  <a:lnTo>
                    <a:pt x="17945" y="5899"/>
                  </a:lnTo>
                  <a:lnTo>
                    <a:pt x="18213" y="6414"/>
                  </a:lnTo>
                  <a:lnTo>
                    <a:pt x="18447" y="6798"/>
                  </a:lnTo>
                  <a:lnTo>
                    <a:pt x="18656" y="7184"/>
                  </a:lnTo>
                  <a:lnTo>
                    <a:pt x="18853" y="7706"/>
                  </a:lnTo>
                  <a:lnTo>
                    <a:pt x="19012" y="8096"/>
                  </a:lnTo>
                  <a:lnTo>
                    <a:pt x="19157" y="8622"/>
                  </a:lnTo>
                  <a:lnTo>
                    <a:pt x="19263" y="9017"/>
                  </a:lnTo>
                  <a:lnTo>
                    <a:pt x="19352" y="9548"/>
                  </a:lnTo>
                  <a:lnTo>
                    <a:pt x="19413" y="10081"/>
                  </a:lnTo>
                  <a:lnTo>
                    <a:pt x="19445" y="10617"/>
                  </a:lnTo>
                  <a:lnTo>
                    <a:pt x="19445" y="4306"/>
                  </a:lnTo>
                  <a:lnTo>
                    <a:pt x="19240" y="4037"/>
                  </a:lnTo>
                  <a:lnTo>
                    <a:pt x="18934" y="3660"/>
                  </a:lnTo>
                  <a:lnTo>
                    <a:pt x="18623" y="3417"/>
                  </a:lnTo>
                  <a:lnTo>
                    <a:pt x="18285" y="3042"/>
                  </a:lnTo>
                  <a:lnTo>
                    <a:pt x="17931" y="2669"/>
                  </a:lnTo>
                  <a:lnTo>
                    <a:pt x="17574" y="2430"/>
                  </a:lnTo>
                  <a:lnTo>
                    <a:pt x="17191" y="2059"/>
                  </a:lnTo>
                  <a:lnTo>
                    <a:pt x="16806" y="1823"/>
                  </a:lnTo>
                  <a:lnTo>
                    <a:pt x="16607" y="1705"/>
                  </a:lnTo>
                  <a:lnTo>
                    <a:pt x="16408" y="1588"/>
                  </a:lnTo>
                  <a:lnTo>
                    <a:pt x="15997" y="1354"/>
                  </a:lnTo>
                  <a:lnTo>
                    <a:pt x="15574" y="1121"/>
                  </a:lnTo>
                  <a:lnTo>
                    <a:pt x="15139" y="889"/>
                  </a:lnTo>
                  <a:lnTo>
                    <a:pt x="14704" y="792"/>
                  </a:lnTo>
                  <a:lnTo>
                    <a:pt x="14248" y="562"/>
                  </a:lnTo>
                  <a:lnTo>
                    <a:pt x="12853" y="277"/>
                  </a:lnTo>
                  <a:lnTo>
                    <a:pt x="11381" y="0"/>
                  </a:lnTo>
                  <a:lnTo>
                    <a:pt x="8379" y="258"/>
                  </a:lnTo>
                  <a:lnTo>
                    <a:pt x="6976" y="783"/>
                  </a:lnTo>
                  <a:lnTo>
                    <a:pt x="5651" y="1300"/>
                  </a:lnTo>
                  <a:lnTo>
                    <a:pt x="5241" y="1605"/>
                  </a:lnTo>
                  <a:lnTo>
                    <a:pt x="4829" y="1775"/>
                  </a:lnTo>
                  <a:lnTo>
                    <a:pt x="4441" y="2078"/>
                  </a:lnTo>
                  <a:lnTo>
                    <a:pt x="4064" y="2379"/>
                  </a:lnTo>
                  <a:lnTo>
                    <a:pt x="3699" y="2680"/>
                  </a:lnTo>
                  <a:lnTo>
                    <a:pt x="3347" y="2980"/>
                  </a:lnTo>
                  <a:lnTo>
                    <a:pt x="3008" y="3278"/>
                  </a:lnTo>
                  <a:lnTo>
                    <a:pt x="2695" y="3709"/>
                  </a:lnTo>
                  <a:lnTo>
                    <a:pt x="2384" y="4005"/>
                  </a:lnTo>
                  <a:lnTo>
                    <a:pt x="2100" y="4433"/>
                  </a:lnTo>
                  <a:lnTo>
                    <a:pt x="1831" y="4860"/>
                  </a:lnTo>
                  <a:lnTo>
                    <a:pt x="1567" y="5152"/>
                  </a:lnTo>
                  <a:lnTo>
                    <a:pt x="1330" y="5577"/>
                  </a:lnTo>
                  <a:lnTo>
                    <a:pt x="1110" y="5999"/>
                  </a:lnTo>
                  <a:lnTo>
                    <a:pt x="908" y="6421"/>
                  </a:lnTo>
                  <a:lnTo>
                    <a:pt x="723" y="6841"/>
                  </a:lnTo>
                  <a:lnTo>
                    <a:pt x="569" y="7392"/>
                  </a:lnTo>
                  <a:lnTo>
                    <a:pt x="421" y="7809"/>
                  </a:lnTo>
                  <a:lnTo>
                    <a:pt x="294" y="8224"/>
                  </a:lnTo>
                  <a:lnTo>
                    <a:pt x="198" y="8771"/>
                  </a:lnTo>
                  <a:lnTo>
                    <a:pt x="110" y="9182"/>
                  </a:lnTo>
                  <a:lnTo>
                    <a:pt x="56" y="9726"/>
                  </a:lnTo>
                  <a:lnTo>
                    <a:pt x="23" y="10267"/>
                  </a:lnTo>
                  <a:lnTo>
                    <a:pt x="0" y="10673"/>
                  </a:lnTo>
                  <a:lnTo>
                    <a:pt x="12" y="11210"/>
                  </a:lnTo>
                  <a:lnTo>
                    <a:pt x="46" y="11746"/>
                  </a:lnTo>
                  <a:lnTo>
                    <a:pt x="104" y="12280"/>
                  </a:lnTo>
                  <a:lnTo>
                    <a:pt x="174" y="12678"/>
                  </a:lnTo>
                  <a:lnTo>
                    <a:pt x="277" y="13207"/>
                  </a:lnTo>
                  <a:lnTo>
                    <a:pt x="403" y="13735"/>
                  </a:lnTo>
                  <a:lnTo>
                    <a:pt x="539" y="14127"/>
                  </a:lnTo>
                  <a:lnTo>
                    <a:pt x="707" y="14651"/>
                  </a:lnTo>
                  <a:lnTo>
                    <a:pt x="884" y="15040"/>
                  </a:lnTo>
                  <a:lnTo>
                    <a:pt x="1093" y="15561"/>
                  </a:lnTo>
                  <a:lnTo>
                    <a:pt x="1309" y="15946"/>
                  </a:lnTo>
                  <a:lnTo>
                    <a:pt x="1545" y="16330"/>
                  </a:lnTo>
                  <a:lnTo>
                    <a:pt x="1799" y="16712"/>
                  </a:lnTo>
                  <a:lnTo>
                    <a:pt x="2071" y="17093"/>
                  </a:lnTo>
                  <a:lnTo>
                    <a:pt x="2360" y="17472"/>
                  </a:lnTo>
                  <a:lnTo>
                    <a:pt x="2666" y="17849"/>
                  </a:lnTo>
                  <a:lnTo>
                    <a:pt x="2989" y="18225"/>
                  </a:lnTo>
                  <a:lnTo>
                    <a:pt x="3327" y="18600"/>
                  </a:lnTo>
                  <a:lnTo>
                    <a:pt x="3669" y="18840"/>
                  </a:lnTo>
                  <a:lnTo>
                    <a:pt x="4038" y="19213"/>
                  </a:lnTo>
                  <a:lnTo>
                    <a:pt x="4409" y="19450"/>
                  </a:lnTo>
                  <a:lnTo>
                    <a:pt x="4794" y="19686"/>
                  </a:lnTo>
                  <a:lnTo>
                    <a:pt x="5204" y="20055"/>
                  </a:lnTo>
                  <a:lnTo>
                    <a:pt x="5615" y="20289"/>
                  </a:lnTo>
                  <a:lnTo>
                    <a:pt x="6026" y="20388"/>
                  </a:lnTo>
                  <a:lnTo>
                    <a:pt x="6461" y="20620"/>
                  </a:lnTo>
                  <a:lnTo>
                    <a:pt x="6907" y="20851"/>
                  </a:lnTo>
                  <a:lnTo>
                    <a:pt x="7353" y="20947"/>
                  </a:lnTo>
                  <a:lnTo>
                    <a:pt x="7820" y="21176"/>
                  </a:lnTo>
                  <a:lnTo>
                    <a:pt x="9242" y="21458"/>
                  </a:lnTo>
                  <a:lnTo>
                    <a:pt x="9732" y="21551"/>
                  </a:lnTo>
                  <a:lnTo>
                    <a:pt x="10219" y="21509"/>
                  </a:lnTo>
                  <a:lnTo>
                    <a:pt x="10725" y="21600"/>
                  </a:lnTo>
                  <a:lnTo>
                    <a:pt x="12739" y="21427"/>
                  </a:lnTo>
                  <a:lnTo>
                    <a:pt x="13221" y="21251"/>
                  </a:lnTo>
                  <a:lnTo>
                    <a:pt x="13708" y="21209"/>
                  </a:lnTo>
                  <a:lnTo>
                    <a:pt x="14176" y="21034"/>
                  </a:lnTo>
                  <a:lnTo>
                    <a:pt x="15528" y="20514"/>
                  </a:lnTo>
                  <a:lnTo>
                    <a:pt x="15949" y="20208"/>
                  </a:lnTo>
                  <a:lnTo>
                    <a:pt x="16371" y="20038"/>
                  </a:lnTo>
                  <a:lnTo>
                    <a:pt x="16771" y="19734"/>
                  </a:lnTo>
                  <a:lnTo>
                    <a:pt x="17160" y="19431"/>
                  </a:lnTo>
                  <a:lnTo>
                    <a:pt x="17548" y="19263"/>
                  </a:lnTo>
                  <a:lnTo>
                    <a:pt x="17913" y="18962"/>
                  </a:lnTo>
                  <a:lnTo>
                    <a:pt x="18026" y="18818"/>
                  </a:lnTo>
                  <a:lnTo>
                    <a:pt x="18253" y="18529"/>
                  </a:lnTo>
                  <a:lnTo>
                    <a:pt x="18592" y="18231"/>
                  </a:lnTo>
                  <a:lnTo>
                    <a:pt x="18917" y="17934"/>
                  </a:lnTo>
                  <a:lnTo>
                    <a:pt x="19216" y="17504"/>
                  </a:lnTo>
                  <a:lnTo>
                    <a:pt x="19512" y="17209"/>
                  </a:lnTo>
                  <a:lnTo>
                    <a:pt x="19780" y="16782"/>
                  </a:lnTo>
                  <a:lnTo>
                    <a:pt x="20033" y="16357"/>
                  </a:lnTo>
                  <a:lnTo>
                    <a:pt x="20270" y="15932"/>
                  </a:lnTo>
                  <a:lnTo>
                    <a:pt x="20490" y="15509"/>
                  </a:lnTo>
                  <a:lnTo>
                    <a:pt x="20692" y="15088"/>
                  </a:lnTo>
                  <a:lnTo>
                    <a:pt x="20877" y="14668"/>
                  </a:lnTo>
                  <a:lnTo>
                    <a:pt x="21043" y="14250"/>
                  </a:lnTo>
                  <a:lnTo>
                    <a:pt x="21190" y="13833"/>
                  </a:lnTo>
                  <a:lnTo>
                    <a:pt x="21306" y="13285"/>
                  </a:lnTo>
                  <a:lnTo>
                    <a:pt x="21414" y="12872"/>
                  </a:lnTo>
                  <a:lnTo>
                    <a:pt x="21490" y="12327"/>
                  </a:lnTo>
                  <a:lnTo>
                    <a:pt x="21556" y="11917"/>
                  </a:lnTo>
                  <a:lnTo>
                    <a:pt x="21589" y="11376"/>
                  </a:lnTo>
                  <a:lnTo>
                    <a:pt x="21600" y="10836"/>
                  </a:lnTo>
                  <a:lnTo>
                    <a:pt x="21600" y="10432"/>
                  </a:lnTo>
                  <a:close/>
                </a:path>
              </a:pathLst>
            </a:custGeom>
            <a:solidFill>
              <a:srgbClr val="DD3C4E">
                <a:alpha val="14898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167" name="Figura"/>
            <p:cNvSpPr/>
            <p:nvPr/>
          </p:nvSpPr>
          <p:spPr>
            <a:xfrm>
              <a:off x="408304" y="416267"/>
              <a:ext cx="1222312" cy="122349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10716"/>
                  </a:moveTo>
                  <a:lnTo>
                    <a:pt x="21560" y="9872"/>
                  </a:lnTo>
                  <a:lnTo>
                    <a:pt x="21455" y="9035"/>
                  </a:lnTo>
                  <a:lnTo>
                    <a:pt x="21288" y="8220"/>
                  </a:lnTo>
                  <a:lnTo>
                    <a:pt x="21063" y="7430"/>
                  </a:lnTo>
                  <a:lnTo>
                    <a:pt x="20781" y="6668"/>
                  </a:lnTo>
                  <a:lnTo>
                    <a:pt x="20445" y="5936"/>
                  </a:lnTo>
                  <a:lnTo>
                    <a:pt x="20058" y="5235"/>
                  </a:lnTo>
                  <a:lnTo>
                    <a:pt x="19622" y="4569"/>
                  </a:lnTo>
                  <a:lnTo>
                    <a:pt x="19140" y="3938"/>
                  </a:lnTo>
                  <a:lnTo>
                    <a:pt x="18615" y="3347"/>
                  </a:lnTo>
                  <a:lnTo>
                    <a:pt x="18193" y="2936"/>
                  </a:lnTo>
                  <a:lnTo>
                    <a:pt x="18049" y="2795"/>
                  </a:lnTo>
                  <a:lnTo>
                    <a:pt x="17997" y="2752"/>
                  </a:lnTo>
                  <a:lnTo>
                    <a:pt x="17997" y="11021"/>
                  </a:lnTo>
                  <a:lnTo>
                    <a:pt x="17925" y="11841"/>
                  </a:lnTo>
                  <a:lnTo>
                    <a:pt x="17763" y="12634"/>
                  </a:lnTo>
                  <a:lnTo>
                    <a:pt x="17515" y="13396"/>
                  </a:lnTo>
                  <a:lnTo>
                    <a:pt x="17187" y="14121"/>
                  </a:lnTo>
                  <a:lnTo>
                    <a:pt x="16782" y="14801"/>
                  </a:lnTo>
                  <a:lnTo>
                    <a:pt x="16308" y="15433"/>
                  </a:lnTo>
                  <a:lnTo>
                    <a:pt x="15767" y="16009"/>
                  </a:lnTo>
                  <a:lnTo>
                    <a:pt x="15165" y="16524"/>
                  </a:lnTo>
                  <a:lnTo>
                    <a:pt x="14508" y="16971"/>
                  </a:lnTo>
                  <a:lnTo>
                    <a:pt x="13800" y="17346"/>
                  </a:lnTo>
                  <a:lnTo>
                    <a:pt x="13046" y="17642"/>
                  </a:lnTo>
                  <a:lnTo>
                    <a:pt x="12251" y="17853"/>
                  </a:lnTo>
                  <a:lnTo>
                    <a:pt x="11420" y="17973"/>
                  </a:lnTo>
                  <a:lnTo>
                    <a:pt x="10580" y="17997"/>
                  </a:lnTo>
                  <a:lnTo>
                    <a:pt x="9761" y="17925"/>
                  </a:lnTo>
                  <a:lnTo>
                    <a:pt x="8967" y="17763"/>
                  </a:lnTo>
                  <a:lnTo>
                    <a:pt x="8205" y="17515"/>
                  </a:lnTo>
                  <a:lnTo>
                    <a:pt x="7480" y="17186"/>
                  </a:lnTo>
                  <a:lnTo>
                    <a:pt x="6799" y="16782"/>
                  </a:lnTo>
                  <a:lnTo>
                    <a:pt x="6168" y="16307"/>
                  </a:lnTo>
                  <a:lnTo>
                    <a:pt x="5592" y="15766"/>
                  </a:lnTo>
                  <a:lnTo>
                    <a:pt x="5077" y="15164"/>
                  </a:lnTo>
                  <a:lnTo>
                    <a:pt x="4629" y="14507"/>
                  </a:lnTo>
                  <a:lnTo>
                    <a:pt x="4254" y="13799"/>
                  </a:lnTo>
                  <a:lnTo>
                    <a:pt x="3958" y="13045"/>
                  </a:lnTo>
                  <a:lnTo>
                    <a:pt x="3747" y="12249"/>
                  </a:lnTo>
                  <a:lnTo>
                    <a:pt x="3627" y="11418"/>
                  </a:lnTo>
                  <a:lnTo>
                    <a:pt x="3603" y="10579"/>
                  </a:lnTo>
                  <a:lnTo>
                    <a:pt x="3675" y="9759"/>
                  </a:lnTo>
                  <a:lnTo>
                    <a:pt x="3837" y="8965"/>
                  </a:lnTo>
                  <a:lnTo>
                    <a:pt x="4085" y="8203"/>
                  </a:lnTo>
                  <a:lnTo>
                    <a:pt x="4413" y="7479"/>
                  </a:lnTo>
                  <a:lnTo>
                    <a:pt x="4818" y="6798"/>
                  </a:lnTo>
                  <a:lnTo>
                    <a:pt x="5292" y="6167"/>
                  </a:lnTo>
                  <a:lnTo>
                    <a:pt x="5833" y="5591"/>
                  </a:lnTo>
                  <a:lnTo>
                    <a:pt x="6435" y="5076"/>
                  </a:lnTo>
                  <a:lnTo>
                    <a:pt x="7092" y="4628"/>
                  </a:lnTo>
                  <a:lnTo>
                    <a:pt x="7800" y="4254"/>
                  </a:lnTo>
                  <a:lnTo>
                    <a:pt x="8554" y="3958"/>
                  </a:lnTo>
                  <a:lnTo>
                    <a:pt x="9349" y="3747"/>
                  </a:lnTo>
                  <a:lnTo>
                    <a:pt x="10180" y="3627"/>
                  </a:lnTo>
                  <a:lnTo>
                    <a:pt x="11020" y="3603"/>
                  </a:lnTo>
                  <a:lnTo>
                    <a:pt x="11839" y="3675"/>
                  </a:lnTo>
                  <a:lnTo>
                    <a:pt x="12633" y="3837"/>
                  </a:lnTo>
                  <a:lnTo>
                    <a:pt x="13395" y="4085"/>
                  </a:lnTo>
                  <a:lnTo>
                    <a:pt x="14120" y="4414"/>
                  </a:lnTo>
                  <a:lnTo>
                    <a:pt x="14801" y="4818"/>
                  </a:lnTo>
                  <a:lnTo>
                    <a:pt x="15432" y="5293"/>
                  </a:lnTo>
                  <a:lnTo>
                    <a:pt x="16008" y="5834"/>
                  </a:lnTo>
                  <a:lnTo>
                    <a:pt x="16523" y="6435"/>
                  </a:lnTo>
                  <a:lnTo>
                    <a:pt x="16971" y="7093"/>
                  </a:lnTo>
                  <a:lnTo>
                    <a:pt x="17346" y="7801"/>
                  </a:lnTo>
                  <a:lnTo>
                    <a:pt x="17642" y="8555"/>
                  </a:lnTo>
                  <a:lnTo>
                    <a:pt x="17853" y="9350"/>
                  </a:lnTo>
                  <a:lnTo>
                    <a:pt x="17973" y="10182"/>
                  </a:lnTo>
                  <a:lnTo>
                    <a:pt x="17997" y="11021"/>
                  </a:lnTo>
                  <a:lnTo>
                    <a:pt x="17997" y="2752"/>
                  </a:lnTo>
                  <a:lnTo>
                    <a:pt x="17445" y="2287"/>
                  </a:lnTo>
                  <a:lnTo>
                    <a:pt x="16805" y="1824"/>
                  </a:lnTo>
                  <a:lnTo>
                    <a:pt x="16132" y="1408"/>
                  </a:lnTo>
                  <a:lnTo>
                    <a:pt x="15428" y="1041"/>
                  </a:lnTo>
                  <a:lnTo>
                    <a:pt x="14697" y="726"/>
                  </a:lnTo>
                  <a:lnTo>
                    <a:pt x="13941" y="465"/>
                  </a:lnTo>
                  <a:lnTo>
                    <a:pt x="13162" y="259"/>
                  </a:lnTo>
                  <a:lnTo>
                    <a:pt x="12363" y="112"/>
                  </a:lnTo>
                  <a:lnTo>
                    <a:pt x="11546" y="25"/>
                  </a:lnTo>
                  <a:lnTo>
                    <a:pt x="10715" y="0"/>
                  </a:lnTo>
                  <a:lnTo>
                    <a:pt x="9871" y="40"/>
                  </a:lnTo>
                  <a:lnTo>
                    <a:pt x="9033" y="145"/>
                  </a:lnTo>
                  <a:lnTo>
                    <a:pt x="8218" y="311"/>
                  </a:lnTo>
                  <a:lnTo>
                    <a:pt x="7428" y="537"/>
                  </a:lnTo>
                  <a:lnTo>
                    <a:pt x="6666" y="819"/>
                  </a:lnTo>
                  <a:lnTo>
                    <a:pt x="5934" y="1155"/>
                  </a:lnTo>
                  <a:lnTo>
                    <a:pt x="5234" y="1542"/>
                  </a:lnTo>
                  <a:lnTo>
                    <a:pt x="4567" y="1977"/>
                  </a:lnTo>
                  <a:lnTo>
                    <a:pt x="3937" y="2459"/>
                  </a:lnTo>
                  <a:lnTo>
                    <a:pt x="3346" y="2984"/>
                  </a:lnTo>
                  <a:lnTo>
                    <a:pt x="2794" y="3550"/>
                  </a:lnTo>
                  <a:lnTo>
                    <a:pt x="2286" y="4154"/>
                  </a:lnTo>
                  <a:lnTo>
                    <a:pt x="1823" y="4794"/>
                  </a:lnTo>
                  <a:lnTo>
                    <a:pt x="1407" y="5467"/>
                  </a:lnTo>
                  <a:lnTo>
                    <a:pt x="1040" y="6170"/>
                  </a:lnTo>
                  <a:lnTo>
                    <a:pt x="725" y="6901"/>
                  </a:lnTo>
                  <a:lnTo>
                    <a:pt x="464" y="7658"/>
                  </a:lnTo>
                  <a:lnTo>
                    <a:pt x="259" y="8437"/>
                  </a:lnTo>
                  <a:lnTo>
                    <a:pt x="111" y="9236"/>
                  </a:lnTo>
                  <a:lnTo>
                    <a:pt x="24" y="10052"/>
                  </a:lnTo>
                  <a:lnTo>
                    <a:pt x="0" y="10884"/>
                  </a:lnTo>
                  <a:lnTo>
                    <a:pt x="40" y="11727"/>
                  </a:lnTo>
                  <a:lnTo>
                    <a:pt x="145" y="12565"/>
                  </a:lnTo>
                  <a:lnTo>
                    <a:pt x="312" y="13380"/>
                  </a:lnTo>
                  <a:lnTo>
                    <a:pt x="537" y="14170"/>
                  </a:lnTo>
                  <a:lnTo>
                    <a:pt x="820" y="14932"/>
                  </a:lnTo>
                  <a:lnTo>
                    <a:pt x="1155" y="15664"/>
                  </a:lnTo>
                  <a:lnTo>
                    <a:pt x="1542" y="16365"/>
                  </a:lnTo>
                  <a:lnTo>
                    <a:pt x="1978" y="17031"/>
                  </a:lnTo>
                  <a:lnTo>
                    <a:pt x="2460" y="17662"/>
                  </a:lnTo>
                  <a:lnTo>
                    <a:pt x="2985" y="18253"/>
                  </a:lnTo>
                  <a:lnTo>
                    <a:pt x="3551" y="18804"/>
                  </a:lnTo>
                  <a:lnTo>
                    <a:pt x="4156" y="19313"/>
                  </a:lnTo>
                  <a:lnTo>
                    <a:pt x="4796" y="19776"/>
                  </a:lnTo>
                  <a:lnTo>
                    <a:pt x="5469" y="20192"/>
                  </a:lnTo>
                  <a:lnTo>
                    <a:pt x="6172" y="20559"/>
                  </a:lnTo>
                  <a:lnTo>
                    <a:pt x="6903" y="20874"/>
                  </a:lnTo>
                  <a:lnTo>
                    <a:pt x="7659" y="21135"/>
                  </a:lnTo>
                  <a:lnTo>
                    <a:pt x="8439" y="21341"/>
                  </a:lnTo>
                  <a:lnTo>
                    <a:pt x="9238" y="21488"/>
                  </a:lnTo>
                  <a:lnTo>
                    <a:pt x="10054" y="21575"/>
                  </a:lnTo>
                  <a:lnTo>
                    <a:pt x="10886" y="21600"/>
                  </a:lnTo>
                  <a:lnTo>
                    <a:pt x="11729" y="21560"/>
                  </a:lnTo>
                  <a:lnTo>
                    <a:pt x="12567" y="21455"/>
                  </a:lnTo>
                  <a:lnTo>
                    <a:pt x="13382" y="21289"/>
                  </a:lnTo>
                  <a:lnTo>
                    <a:pt x="14172" y="21063"/>
                  </a:lnTo>
                  <a:lnTo>
                    <a:pt x="14934" y="20781"/>
                  </a:lnTo>
                  <a:lnTo>
                    <a:pt x="15666" y="20445"/>
                  </a:lnTo>
                  <a:lnTo>
                    <a:pt x="16367" y="20058"/>
                  </a:lnTo>
                  <a:lnTo>
                    <a:pt x="17033" y="19623"/>
                  </a:lnTo>
                  <a:lnTo>
                    <a:pt x="17663" y="19141"/>
                  </a:lnTo>
                  <a:lnTo>
                    <a:pt x="18255" y="18616"/>
                  </a:lnTo>
                  <a:lnTo>
                    <a:pt x="18806" y="18050"/>
                  </a:lnTo>
                  <a:lnTo>
                    <a:pt x="19314" y="17446"/>
                  </a:lnTo>
                  <a:lnTo>
                    <a:pt x="19432" y="17283"/>
                  </a:lnTo>
                  <a:lnTo>
                    <a:pt x="19777" y="16806"/>
                  </a:lnTo>
                  <a:lnTo>
                    <a:pt x="20193" y="16133"/>
                  </a:lnTo>
                  <a:lnTo>
                    <a:pt x="20560" y="15430"/>
                  </a:lnTo>
                  <a:lnTo>
                    <a:pt x="20875" y="14699"/>
                  </a:lnTo>
                  <a:lnTo>
                    <a:pt x="21136" y="13942"/>
                  </a:lnTo>
                  <a:lnTo>
                    <a:pt x="21341" y="13163"/>
                  </a:lnTo>
                  <a:lnTo>
                    <a:pt x="21489" y="12364"/>
                  </a:lnTo>
                  <a:lnTo>
                    <a:pt x="21576" y="11548"/>
                  </a:lnTo>
                  <a:lnTo>
                    <a:pt x="21600" y="10716"/>
                  </a:lnTo>
                  <a:close/>
                  <a:moveTo>
                    <a:pt x="14386" y="10491"/>
                  </a:moveTo>
                  <a:lnTo>
                    <a:pt x="14221" y="9677"/>
                  </a:lnTo>
                  <a:lnTo>
                    <a:pt x="13886" y="8945"/>
                  </a:lnTo>
                  <a:lnTo>
                    <a:pt x="13405" y="8316"/>
                  </a:lnTo>
                  <a:lnTo>
                    <a:pt x="12802" y="7808"/>
                  </a:lnTo>
                  <a:lnTo>
                    <a:pt x="12099" y="7442"/>
                  </a:lnTo>
                  <a:lnTo>
                    <a:pt x="11321" y="7237"/>
                  </a:lnTo>
                  <a:lnTo>
                    <a:pt x="10490" y="7214"/>
                  </a:lnTo>
                  <a:lnTo>
                    <a:pt x="9676" y="7379"/>
                  </a:lnTo>
                  <a:lnTo>
                    <a:pt x="8945" y="7714"/>
                  </a:lnTo>
                  <a:lnTo>
                    <a:pt x="8315" y="8195"/>
                  </a:lnTo>
                  <a:lnTo>
                    <a:pt x="7808" y="8798"/>
                  </a:lnTo>
                  <a:lnTo>
                    <a:pt x="7442" y="9501"/>
                  </a:lnTo>
                  <a:lnTo>
                    <a:pt x="7237" y="10279"/>
                  </a:lnTo>
                  <a:lnTo>
                    <a:pt x="7213" y="11109"/>
                  </a:lnTo>
                  <a:lnTo>
                    <a:pt x="7379" y="11923"/>
                  </a:lnTo>
                  <a:lnTo>
                    <a:pt x="7714" y="12655"/>
                  </a:lnTo>
                  <a:lnTo>
                    <a:pt x="8195" y="13284"/>
                  </a:lnTo>
                  <a:lnTo>
                    <a:pt x="8798" y="13792"/>
                  </a:lnTo>
                  <a:lnTo>
                    <a:pt x="9501" y="14158"/>
                  </a:lnTo>
                  <a:lnTo>
                    <a:pt x="10279" y="14363"/>
                  </a:lnTo>
                  <a:lnTo>
                    <a:pt x="11110" y="14387"/>
                  </a:lnTo>
                  <a:lnTo>
                    <a:pt x="11924" y="14221"/>
                  </a:lnTo>
                  <a:lnTo>
                    <a:pt x="12656" y="13886"/>
                  </a:lnTo>
                  <a:lnTo>
                    <a:pt x="13285" y="13405"/>
                  </a:lnTo>
                  <a:lnTo>
                    <a:pt x="13792" y="12802"/>
                  </a:lnTo>
                  <a:lnTo>
                    <a:pt x="14158" y="12100"/>
                  </a:lnTo>
                  <a:lnTo>
                    <a:pt x="14363" y="11321"/>
                  </a:lnTo>
                  <a:lnTo>
                    <a:pt x="14386" y="10491"/>
                  </a:lnTo>
                  <a:close/>
                </a:path>
              </a:pathLst>
            </a:custGeom>
            <a:noFill/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</p:grpSp>
      <p:sp>
        <p:nvSpPr>
          <p:cNvPr id="169" name="bg object 169"/>
          <p:cNvSpPr/>
          <p:nvPr/>
        </p:nvSpPr>
        <p:spPr>
          <a:xfrm>
            <a:off x="6663872" y="395274"/>
            <a:ext cx="741733" cy="65951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5772" y="21572"/>
                </a:moveTo>
                <a:lnTo>
                  <a:pt x="4634" y="21600"/>
                </a:lnTo>
                <a:lnTo>
                  <a:pt x="2661" y="21246"/>
                </a:lnTo>
                <a:lnTo>
                  <a:pt x="1167" y="20330"/>
                </a:lnTo>
                <a:lnTo>
                  <a:pt x="250" y="18851"/>
                </a:lnTo>
                <a:lnTo>
                  <a:pt x="0" y="16957"/>
                </a:lnTo>
                <a:lnTo>
                  <a:pt x="116" y="15888"/>
                </a:lnTo>
                <a:lnTo>
                  <a:pt x="800" y="13557"/>
                </a:lnTo>
                <a:lnTo>
                  <a:pt x="1357" y="12318"/>
                </a:lnTo>
                <a:lnTo>
                  <a:pt x="2049" y="11043"/>
                </a:lnTo>
                <a:lnTo>
                  <a:pt x="2871" y="9744"/>
                </a:lnTo>
                <a:lnTo>
                  <a:pt x="3816" y="8431"/>
                </a:lnTo>
                <a:lnTo>
                  <a:pt x="4879" y="7115"/>
                </a:lnTo>
                <a:lnTo>
                  <a:pt x="6054" y="5807"/>
                </a:lnTo>
                <a:lnTo>
                  <a:pt x="7335" y="4518"/>
                </a:lnTo>
                <a:lnTo>
                  <a:pt x="8717" y="3258"/>
                </a:lnTo>
                <a:lnTo>
                  <a:pt x="10193" y="2038"/>
                </a:lnTo>
                <a:lnTo>
                  <a:pt x="11550" y="1031"/>
                </a:lnTo>
                <a:lnTo>
                  <a:pt x="12601" y="378"/>
                </a:lnTo>
                <a:lnTo>
                  <a:pt x="13929" y="0"/>
                </a:lnTo>
                <a:lnTo>
                  <a:pt x="14279" y="205"/>
                </a:lnTo>
                <a:lnTo>
                  <a:pt x="14468" y="626"/>
                </a:lnTo>
                <a:lnTo>
                  <a:pt x="14532" y="1228"/>
                </a:lnTo>
                <a:lnTo>
                  <a:pt x="14508" y="1978"/>
                </a:lnTo>
                <a:lnTo>
                  <a:pt x="14431" y="2840"/>
                </a:lnTo>
                <a:lnTo>
                  <a:pt x="14338" y="3780"/>
                </a:lnTo>
                <a:lnTo>
                  <a:pt x="14265" y="4763"/>
                </a:lnTo>
                <a:lnTo>
                  <a:pt x="14325" y="6720"/>
                </a:lnTo>
                <a:lnTo>
                  <a:pt x="14901" y="8433"/>
                </a:lnTo>
                <a:lnTo>
                  <a:pt x="16132" y="9631"/>
                </a:lnTo>
                <a:lnTo>
                  <a:pt x="17743" y="10367"/>
                </a:lnTo>
                <a:lnTo>
                  <a:pt x="19404" y="10854"/>
                </a:lnTo>
                <a:lnTo>
                  <a:pt x="20149" y="11070"/>
                </a:lnTo>
                <a:lnTo>
                  <a:pt x="20783" y="11302"/>
                </a:lnTo>
                <a:lnTo>
                  <a:pt x="21264" y="11577"/>
                </a:lnTo>
                <a:lnTo>
                  <a:pt x="21550" y="11922"/>
                </a:lnTo>
                <a:lnTo>
                  <a:pt x="21600" y="12362"/>
                </a:lnTo>
                <a:lnTo>
                  <a:pt x="21373" y="12924"/>
                </a:lnTo>
                <a:lnTo>
                  <a:pt x="19921" y="14521"/>
                </a:lnTo>
                <a:lnTo>
                  <a:pt x="18614" y="15608"/>
                </a:lnTo>
                <a:lnTo>
                  <a:pt x="17088" y="16748"/>
                </a:lnTo>
                <a:lnTo>
                  <a:pt x="15562" y="17775"/>
                </a:lnTo>
                <a:lnTo>
                  <a:pt x="14045" y="18686"/>
                </a:lnTo>
                <a:lnTo>
                  <a:pt x="12549" y="19478"/>
                </a:lnTo>
                <a:lnTo>
                  <a:pt x="11086" y="20149"/>
                </a:lnTo>
                <a:lnTo>
                  <a:pt x="9666" y="20696"/>
                </a:lnTo>
                <a:lnTo>
                  <a:pt x="8299" y="21117"/>
                </a:lnTo>
                <a:lnTo>
                  <a:pt x="6998" y="21410"/>
                </a:lnTo>
                <a:lnTo>
                  <a:pt x="5772" y="21572"/>
                </a:lnTo>
                <a:close/>
              </a:path>
            </a:pathLst>
          </a:custGeom>
          <a:solidFill>
            <a:srgbClr val="C76528">
              <a:alpha val="14898"/>
            </a:srgb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70" name="bg object 170"/>
          <p:cNvSpPr/>
          <p:nvPr/>
        </p:nvSpPr>
        <p:spPr>
          <a:xfrm>
            <a:off x="6062902" y="591861"/>
            <a:ext cx="1182398" cy="85122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924" y="21585"/>
                </a:moveTo>
                <a:lnTo>
                  <a:pt x="798" y="21600"/>
                </a:lnTo>
                <a:lnTo>
                  <a:pt x="606" y="21589"/>
                </a:lnTo>
                <a:lnTo>
                  <a:pt x="423" y="21510"/>
                </a:lnTo>
                <a:lnTo>
                  <a:pt x="259" y="21367"/>
                </a:lnTo>
                <a:lnTo>
                  <a:pt x="123" y="21162"/>
                </a:lnTo>
                <a:lnTo>
                  <a:pt x="5" y="20785"/>
                </a:lnTo>
                <a:lnTo>
                  <a:pt x="0" y="20388"/>
                </a:lnTo>
                <a:lnTo>
                  <a:pt x="103" y="20018"/>
                </a:lnTo>
                <a:lnTo>
                  <a:pt x="307" y="19721"/>
                </a:lnTo>
                <a:lnTo>
                  <a:pt x="20441" y="171"/>
                </a:lnTo>
                <a:lnTo>
                  <a:pt x="20711" y="6"/>
                </a:lnTo>
                <a:lnTo>
                  <a:pt x="20996" y="0"/>
                </a:lnTo>
                <a:lnTo>
                  <a:pt x="21263" y="143"/>
                </a:lnTo>
                <a:lnTo>
                  <a:pt x="21477" y="427"/>
                </a:lnTo>
                <a:lnTo>
                  <a:pt x="21595" y="804"/>
                </a:lnTo>
                <a:lnTo>
                  <a:pt x="21600" y="1201"/>
                </a:lnTo>
                <a:lnTo>
                  <a:pt x="21497" y="1571"/>
                </a:lnTo>
                <a:lnTo>
                  <a:pt x="21293" y="1868"/>
                </a:lnTo>
                <a:lnTo>
                  <a:pt x="1160" y="21418"/>
                </a:lnTo>
                <a:lnTo>
                  <a:pt x="1048" y="21525"/>
                </a:lnTo>
                <a:lnTo>
                  <a:pt x="924" y="21585"/>
                </a:lnTo>
                <a:close/>
              </a:path>
            </a:pathLst>
          </a:custGeom>
          <a:solidFill>
            <a:srgbClr val="4F616B">
              <a:alpha val="14898"/>
            </a:srgb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71" name="Texto del título"/>
          <p:cNvSpPr txBox="1"/>
          <p:nvPr>
            <p:ph type="title"/>
          </p:nvPr>
        </p:nvSpPr>
        <p:spPr>
          <a:xfrm>
            <a:off x="378142" y="427990"/>
            <a:ext cx="6806566" cy="17119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/>
          <a:p>
            <a:pPr/>
            <a:r>
              <a:t>Texto del título</a:t>
            </a:r>
          </a:p>
        </p:txBody>
      </p:sp>
      <p:sp>
        <p:nvSpPr>
          <p:cNvPr id="172" name="Nivel de texto 1…"/>
          <p:cNvSpPr txBox="1"/>
          <p:nvPr>
            <p:ph type="body" idx="1"/>
          </p:nvPr>
        </p:nvSpPr>
        <p:spPr>
          <a:xfrm>
            <a:off x="378142" y="2460942"/>
            <a:ext cx="6806566" cy="706183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/>
          <a:p>
            <a:pPr/>
            <a:r>
              <a:t>Nivel de texto 1</a:t>
            </a:r>
          </a:p>
          <a:p>
            <a:pPr lvl="1"/>
            <a:r>
              <a:t>Nivel de texto 2</a:t>
            </a:r>
          </a:p>
          <a:p>
            <a:pPr lvl="2"/>
            <a:r>
              <a:t>Nivel de texto 3</a:t>
            </a:r>
          </a:p>
          <a:p>
            <a:pPr lvl="3"/>
            <a:r>
              <a:t>Nivel de texto 4</a:t>
            </a:r>
          </a:p>
          <a:p>
            <a:pPr lvl="4"/>
            <a:r>
              <a:t>Nivel de texto 5</a:t>
            </a:r>
          </a:p>
        </p:txBody>
      </p:sp>
      <p:sp>
        <p:nvSpPr>
          <p:cNvPr id="173" name="Número de diapositiva"/>
          <p:cNvSpPr txBox="1"/>
          <p:nvPr>
            <p:ph type="sldNum" sz="quarter" idx="2"/>
          </p:nvPr>
        </p:nvSpPr>
        <p:spPr>
          <a:xfrm>
            <a:off x="6917734" y="9950767"/>
            <a:ext cx="266974" cy="27940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>
            <a:lvl1pPr algn="r">
              <a:defRPr>
                <a:solidFill>
                  <a:srgbClr val="888888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6"/>
    <p:sldLayoutId id="2147483650" r:id="rId7"/>
    <p:sldLayoutId id="2147483651" r:id="rId8"/>
    <p:sldLayoutId id="2147483652" r:id="rId9"/>
    <p:sldLayoutId id="2147483653" r:id="rId10"/>
  </p:sldLayoutIdLst>
  <p:transition xmlns:p14="http://schemas.microsoft.com/office/powerpoint/2010/main" spd="med" advClick="1"/>
  <p:txStyles>
    <p:titleStyle>
      <a:lvl1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1pPr>
      <a:lvl2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2pPr>
      <a:lvl3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3pPr>
      <a:lvl4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4pPr>
      <a:lvl5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5pPr>
      <a:lvl6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6pPr>
      <a:lvl7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7pPr>
      <a:lvl8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8pPr>
      <a:lvl9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9pPr>
    </p:titleStyle>
    <p:bodyStyle>
      <a:lvl1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1pPr>
      <a:lvl2pPr marL="0" marR="0" indent="45720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2pPr>
      <a:lvl3pPr marL="0" marR="0" indent="91440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3pPr>
      <a:lvl4pPr marL="0" marR="0" indent="137160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4pPr>
      <a:lvl5pPr marL="0" marR="0" indent="182880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5pPr>
      <a:lvl6pPr marL="0" marR="0" indent="228600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6pPr>
      <a:lvl7pPr marL="0" marR="0" indent="274320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7pPr>
      <a:lvl8pPr marL="0" marR="0" indent="320040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8pPr>
      <a:lvl9pPr marL="0" marR="0" indent="365760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1pPr>
      <a:lvl2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2pPr>
      <a:lvl3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3pPr>
      <a:lvl4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4pPr>
      <a:lvl5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5pPr>
      <a:lvl6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6pPr>
      <a:lvl7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7pPr>
      <a:lvl8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8pPr>
      <a:lvl9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hyperlink" Target="http://www.lcwaikikiacademy.com/" TargetMode="Externa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object 3"/>
          <p:cNvSpPr txBox="1"/>
          <p:nvPr/>
        </p:nvSpPr>
        <p:spPr>
          <a:xfrm>
            <a:off x="434395" y="7704716"/>
            <a:ext cx="3781311" cy="12653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marL="24129" marR="5080" indent="-12065" algn="ctr">
              <a:lnSpc>
                <a:spcPct val="110700"/>
              </a:lnSpc>
              <a:defRPr spc="-50" sz="260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defRPr>
            </a:lvl1pPr>
          </a:lstStyle>
          <a:p>
            <a:pPr/>
            <a:r>
              <a:t>¡La cuenta de aprendizaje electrónico está a solo un clic de distancia!</a:t>
            </a:r>
          </a:p>
        </p:txBody>
      </p:sp>
      <p:sp>
        <p:nvSpPr>
          <p:cNvPr id="394" name="object 4"/>
          <p:cNvSpPr txBox="1"/>
          <p:nvPr/>
        </p:nvSpPr>
        <p:spPr>
          <a:xfrm>
            <a:off x="5148628" y="7737660"/>
            <a:ext cx="1611102" cy="25922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indent="12700">
              <a:spcBef>
                <a:spcPts val="100"/>
              </a:spcBef>
              <a:defRPr b="1" spc="-4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¡Fácil Acceso</a:t>
            </a:r>
            <a:r>
              <a:rPr spc="-50"/>
              <a:t>!</a:t>
            </a:r>
          </a:p>
        </p:txBody>
      </p:sp>
      <p:sp>
        <p:nvSpPr>
          <p:cNvPr id="395" name="object 5"/>
          <p:cNvSpPr txBox="1"/>
          <p:nvPr/>
        </p:nvSpPr>
        <p:spPr>
          <a:xfrm>
            <a:off x="819414" y="9736115"/>
            <a:ext cx="6243955" cy="7154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R="2623820" indent="12700">
              <a:lnSpc>
                <a:spcPct val="109899"/>
              </a:lnSpc>
              <a:spcBef>
                <a:spcPts val="100"/>
              </a:spcBef>
              <a:defRPr spc="-25" sz="1600">
                <a:solidFill>
                  <a:srgbClr val="041F60"/>
                </a:solidFill>
                <a:latin typeface="Gill Sans MT"/>
                <a:ea typeface="Gill Sans MT"/>
                <a:cs typeface="Gill Sans MT"/>
                <a:sym typeface="Gill Sans MT"/>
              </a:defRPr>
            </a:pPr>
            <a:r>
              <a:t>RETAIL</a:t>
            </a:r>
            <a:r>
              <a:rPr spc="-55"/>
              <a:t> </a:t>
            </a:r>
            <a:r>
              <a:t>TRAINING</a:t>
            </a:r>
            <a:r>
              <a:rPr spc="-50"/>
              <a:t> </a:t>
            </a:r>
            <a:r>
              <a:rPr spc="-75"/>
              <a:t>AND</a:t>
            </a:r>
            <a:r>
              <a:rPr spc="-55"/>
              <a:t> </a:t>
            </a:r>
            <a:r>
              <a:rPr spc="-20"/>
              <a:t>DEVELOPMENT </a:t>
            </a:r>
            <a:r>
              <a:rPr spc="-10"/>
              <a:t>DIRECTORATE</a:t>
            </a:r>
          </a:p>
          <a:p>
            <a:pPr indent="3951604">
              <a:defRPr b="1" spc="-10" sz="1300">
                <a:solidFill>
                  <a:srgbClr val="D04999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u="sng">
                <a:uFill>
                  <a:solidFill>
                    <a:srgbClr val="D04999"/>
                  </a:solidFill>
                </a:uFill>
                <a:hlinkClick r:id="rId2" invalidUrl="" action="" tgtFrame="" tooltip="" history="1" highlightClick="0" endSnd="0"/>
              </a:rPr>
              <a:t>www.lcwaikikiacademy.com</a:t>
            </a:r>
          </a:p>
        </p:txBody>
      </p:sp>
      <p:sp>
        <p:nvSpPr>
          <p:cNvPr id="396" name="object 6"/>
          <p:cNvSpPr txBox="1"/>
          <p:nvPr/>
        </p:nvSpPr>
        <p:spPr>
          <a:xfrm>
            <a:off x="375109" y="1434294"/>
            <a:ext cx="6891657" cy="17932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L="65405" marR="5080" indent="-118110" algn="ctr">
              <a:lnSpc>
                <a:spcPct val="116198"/>
              </a:lnSpc>
              <a:defRPr spc="-20" sz="2100">
                <a:latin typeface="Lucida Sans"/>
                <a:ea typeface="Lucida Sans"/>
                <a:cs typeface="Lucida Sans"/>
                <a:sym typeface="Lucida Sans"/>
              </a:defRPr>
            </a:pPr>
            <a:r>
              <a:t>Estimado empleado de LC Waikiki,</a:t>
            </a:r>
          </a:p>
          <a:p>
            <a:pPr marL="65405" marR="5080" indent="-118110" algn="ctr">
              <a:lnSpc>
                <a:spcPct val="116198"/>
              </a:lnSpc>
              <a:defRPr spc="-20" sz="2100">
                <a:latin typeface="Lucida Sans"/>
                <a:ea typeface="Lucida Sans"/>
                <a:cs typeface="Lucida Sans"/>
                <a:sym typeface="Lucida Sans"/>
              </a:defRPr>
            </a:pPr>
            <a:r>
              <a:t>Puedes acceder a recursos de capacitación y desarrollo que apoyarán tanto su desarrollo personal como profesional a través del Sistema de Aprendizaje Electrónico</a:t>
            </a:r>
            <a:r>
              <a:rPr spc="-10"/>
              <a:t>.</a:t>
            </a:r>
          </a:p>
        </p:txBody>
      </p:sp>
      <p:sp>
        <p:nvSpPr>
          <p:cNvPr id="397" name="object 7"/>
          <p:cNvSpPr txBox="1"/>
          <p:nvPr/>
        </p:nvSpPr>
        <p:spPr>
          <a:xfrm>
            <a:off x="193747" y="6762595"/>
            <a:ext cx="7179311" cy="584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indent="12700" algn="ctr">
              <a:spcBef>
                <a:spcPts val="100"/>
              </a:spcBef>
              <a:defRPr spc="-25" sz="1900">
                <a:latin typeface="Lucida Sans"/>
                <a:ea typeface="Lucida Sans"/>
                <a:cs typeface="Lucida Sans"/>
                <a:sym typeface="Lucida Sans"/>
              </a:defRPr>
            </a:lvl1pPr>
          </a:lstStyle>
          <a:p>
            <a:pPr/>
            <a:r>
              <a:t>Puede ponerse en contacto con el gerente de su tienda para obtener información detallada.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Helvetica Neue"/>
        <a:ea typeface="Helvetica Neue"/>
        <a:cs typeface="Helvetica Neue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Calibri"/>
            <a:ea typeface="Calibri"/>
            <a:cs typeface="Calibri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0000" dir="540000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Calibri"/>
            <a:ea typeface="Calibri"/>
            <a:cs typeface="Calibri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Helvetica Neue"/>
        <a:ea typeface="Helvetica Neue"/>
        <a:cs typeface="Helvetica Neue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Calibri"/>
            <a:ea typeface="Calibri"/>
            <a:cs typeface="Calibri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0000" dir="540000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Calibri"/>
            <a:ea typeface="Calibri"/>
            <a:cs typeface="Calibri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